
<file path=[Content_Types].xml><?xml version="1.0" encoding="utf-8"?>
<Types xmlns="http://schemas.openxmlformats.org/package/2006/content-types">
  <Default Extension="glb" ContentType="model/gltf.binary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336" r:id="rId5"/>
    <p:sldId id="334" r:id="rId6"/>
    <p:sldId id="352" r:id="rId7"/>
    <p:sldId id="351" r:id="rId8"/>
    <p:sldId id="350" r:id="rId9"/>
    <p:sldId id="311" r:id="rId10"/>
    <p:sldId id="357" r:id="rId11"/>
    <p:sldId id="310" r:id="rId12"/>
    <p:sldId id="306" r:id="rId13"/>
    <p:sldId id="343" r:id="rId14"/>
    <p:sldId id="344" r:id="rId15"/>
    <p:sldId id="345" r:id="rId16"/>
    <p:sldId id="353" r:id="rId17"/>
    <p:sldId id="358" r:id="rId18"/>
    <p:sldId id="354" r:id="rId19"/>
    <p:sldId id="355" r:id="rId20"/>
    <p:sldId id="339" r:id="rId21"/>
    <p:sldId id="341" r:id="rId22"/>
    <p:sldId id="342" r:id="rId23"/>
    <p:sldId id="349" r:id="rId2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FFFF00"/>
    <a:srgbClr val="DCE6F2"/>
    <a:srgbClr val="AED5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2FAEA7-8B64-4B2E-92FD-E135C3FD6A14}" v="133" dt="2026-09-12T07:17:43.3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092" autoAdjust="0"/>
  </p:normalViewPr>
  <p:slideViewPr>
    <p:cSldViewPr snapToGrid="0">
      <p:cViewPr varScale="1">
        <p:scale>
          <a:sx n="108" d="100"/>
          <a:sy n="108" d="100"/>
        </p:scale>
        <p:origin x="170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HUANG XINYA#" userId="0394e048-be67-4ff5-b348-88acdc9df0d1" providerId="ADAL" clId="{02486B59-77C2-44D9-86E4-77A6D6D6742A}"/>
    <pc:docChg chg="undo redo custSel addSld delSld modSld sldOrd">
      <pc:chgData name="#HUANG XINYA#" userId="0394e048-be67-4ff5-b348-88acdc9df0d1" providerId="ADAL" clId="{02486B59-77C2-44D9-86E4-77A6D6D6742A}" dt="2026-09-12T07:15:21.165" v="16973"/>
      <pc:docMkLst>
        <pc:docMk/>
      </pc:docMkLst>
      <pc:sldChg chg="addSp delSp modSp mod">
        <pc:chgData name="#HUANG XINYA#" userId="0394e048-be67-4ff5-b348-88acdc9df0d1" providerId="ADAL" clId="{02486B59-77C2-44D9-86E4-77A6D6D6742A}" dt="2026-09-12T07:06:01.631" v="16832" actId="313"/>
        <pc:sldMkLst>
          <pc:docMk/>
          <pc:sldMk cId="3129707496" sldId="341"/>
        </pc:sldMkLst>
        <pc:spChg chg="add mod">
          <ac:chgData name="#HUANG XINYA#" userId="0394e048-be67-4ff5-b348-88acdc9df0d1" providerId="ADAL" clId="{02486B59-77C2-44D9-86E4-77A6D6D6742A}" dt="2026-09-12T07:06:01.631" v="16832" actId="313"/>
          <ac:spMkLst>
            <pc:docMk/>
            <pc:sldMk cId="3129707496" sldId="341"/>
            <ac:spMk id="3" creationId="{34FCDB6A-B378-FF23-C4FF-4EF092E9CD61}"/>
          </ac:spMkLst>
        </pc:spChg>
        <pc:picChg chg="add mod ord">
          <ac:chgData name="#HUANG XINYA#" userId="0394e048-be67-4ff5-b348-88acdc9df0d1" providerId="ADAL" clId="{02486B59-77C2-44D9-86E4-77A6D6D6742A}" dt="2026-09-12T06:47:20.992" v="16376" actId="14100"/>
          <ac:picMkLst>
            <pc:docMk/>
            <pc:sldMk cId="3129707496" sldId="341"/>
            <ac:picMk id="2" creationId="{B940A00D-FBCC-8DFA-1361-4A8EF3B70A16}"/>
          </ac:picMkLst>
        </pc:picChg>
        <pc:picChg chg="add del">
          <ac:chgData name="#HUANG XINYA#" userId="0394e048-be67-4ff5-b348-88acdc9df0d1" providerId="ADAL" clId="{02486B59-77C2-44D9-86E4-77A6D6D6742A}" dt="2026-09-12T06:44:47.479" v="16311" actId="478"/>
          <ac:picMkLst>
            <pc:docMk/>
            <pc:sldMk cId="3129707496" sldId="341"/>
            <ac:picMk id="6" creationId="{3ECE830D-190D-B414-F574-E19681E25222}"/>
          </ac:picMkLst>
        </pc:picChg>
        <pc:cxnChg chg="add mod">
          <ac:chgData name="#HUANG XINYA#" userId="0394e048-be67-4ff5-b348-88acdc9df0d1" providerId="ADAL" clId="{02486B59-77C2-44D9-86E4-77A6D6D6742A}" dt="2026-09-12T06:45:46.911" v="16350" actId="1076"/>
          <ac:cxnSpMkLst>
            <pc:docMk/>
            <pc:sldMk cId="3129707496" sldId="341"/>
            <ac:cxnSpMk id="5" creationId="{50066235-DB2B-1568-9F0B-C8106334EA67}"/>
          </ac:cxnSpMkLst>
        </pc:cxnChg>
      </pc:sldChg>
      <pc:sldChg chg="addSp delSp modSp mod">
        <pc:chgData name="#HUANG XINYA#" userId="0394e048-be67-4ff5-b348-88acdc9df0d1" providerId="ADAL" clId="{02486B59-77C2-44D9-86E4-77A6D6D6742A}" dt="2026-09-12T06:52:43.427" v="16616" actId="14100"/>
        <pc:sldMkLst>
          <pc:docMk/>
          <pc:sldMk cId="2106879602" sldId="342"/>
        </pc:sldMkLst>
        <pc:spChg chg="add mod">
          <ac:chgData name="#HUANG XINYA#" userId="0394e048-be67-4ff5-b348-88acdc9df0d1" providerId="ADAL" clId="{02486B59-77C2-44D9-86E4-77A6D6D6742A}" dt="2026-09-12T06:48:05.810" v="16416" actId="14100"/>
          <ac:spMkLst>
            <pc:docMk/>
            <pc:sldMk cId="2106879602" sldId="342"/>
            <ac:spMk id="4" creationId="{02405A2C-715A-6267-DFBA-6993ADFE7046}"/>
          </ac:spMkLst>
        </pc:spChg>
        <pc:spChg chg="add mod">
          <ac:chgData name="#HUANG XINYA#" userId="0394e048-be67-4ff5-b348-88acdc9df0d1" providerId="ADAL" clId="{02486B59-77C2-44D9-86E4-77A6D6D6742A}" dt="2026-09-12T06:49:44.765" v="16498" actId="1076"/>
          <ac:spMkLst>
            <pc:docMk/>
            <pc:sldMk cId="2106879602" sldId="342"/>
            <ac:spMk id="6" creationId="{DA36C018-7A53-B231-4E44-01B4E1162EDF}"/>
          </ac:spMkLst>
        </pc:spChg>
        <pc:spChg chg="add mod">
          <ac:chgData name="#HUANG XINYA#" userId="0394e048-be67-4ff5-b348-88acdc9df0d1" providerId="ADAL" clId="{02486B59-77C2-44D9-86E4-77A6D6D6742A}" dt="2026-09-12T06:50:01.986" v="16503" actId="1076"/>
          <ac:spMkLst>
            <pc:docMk/>
            <pc:sldMk cId="2106879602" sldId="342"/>
            <ac:spMk id="8" creationId="{C16FF3E1-4C63-980A-EF6C-2CA6941FC1D7}"/>
          </ac:spMkLst>
        </pc:spChg>
        <pc:spChg chg="add mod">
          <ac:chgData name="#HUANG XINYA#" userId="0394e048-be67-4ff5-b348-88acdc9df0d1" providerId="ADAL" clId="{02486B59-77C2-44D9-86E4-77A6D6D6742A}" dt="2026-09-12T06:51:11.889" v="16540" actId="207"/>
          <ac:spMkLst>
            <pc:docMk/>
            <pc:sldMk cId="2106879602" sldId="342"/>
            <ac:spMk id="15" creationId="{E54ADB6C-5AA3-818D-4321-E8B086FE58FC}"/>
          </ac:spMkLst>
        </pc:spChg>
        <pc:spChg chg="add mod">
          <ac:chgData name="#HUANG XINYA#" userId="0394e048-be67-4ff5-b348-88acdc9df0d1" providerId="ADAL" clId="{02486B59-77C2-44D9-86E4-77A6D6D6742A}" dt="2026-09-12T06:51:45.550" v="16569" actId="1076"/>
          <ac:spMkLst>
            <pc:docMk/>
            <pc:sldMk cId="2106879602" sldId="342"/>
            <ac:spMk id="17" creationId="{8106CC69-D1EA-C2B7-5399-BCA3822DA574}"/>
          </ac:spMkLst>
        </pc:spChg>
        <pc:spChg chg="add mod">
          <ac:chgData name="#HUANG XINYA#" userId="0394e048-be67-4ff5-b348-88acdc9df0d1" providerId="ADAL" clId="{02486B59-77C2-44D9-86E4-77A6D6D6742A}" dt="2026-09-12T06:52:33.044" v="16615" actId="20577"/>
          <ac:spMkLst>
            <pc:docMk/>
            <pc:sldMk cId="2106879602" sldId="342"/>
            <ac:spMk id="20" creationId="{30E571A8-43CA-253A-3CBC-EB7CA18040A6}"/>
          </ac:spMkLst>
        </pc:spChg>
        <pc:picChg chg="add mod">
          <ac:chgData name="#HUANG XINYA#" userId="0394e048-be67-4ff5-b348-88acdc9df0d1" providerId="ADAL" clId="{02486B59-77C2-44D9-86E4-77A6D6D6742A}" dt="2026-09-12T06:46:58.464" v="16371" actId="14100"/>
          <ac:picMkLst>
            <pc:docMk/>
            <pc:sldMk cId="2106879602" sldId="342"/>
            <ac:picMk id="2" creationId="{96C9F8BB-E096-D8DF-90CB-1874E9194A99}"/>
          </ac:picMkLst>
        </pc:picChg>
        <pc:picChg chg="del">
          <ac:chgData name="#HUANG XINYA#" userId="0394e048-be67-4ff5-b348-88acdc9df0d1" providerId="ADAL" clId="{02486B59-77C2-44D9-86E4-77A6D6D6742A}" dt="2026-09-12T06:46:24.303" v="16368" actId="478"/>
          <ac:picMkLst>
            <pc:docMk/>
            <pc:sldMk cId="2106879602" sldId="342"/>
            <ac:picMk id="3" creationId="{51E79862-795B-F9A6-693D-E6780E167EB9}"/>
          </ac:picMkLst>
        </pc:picChg>
        <pc:cxnChg chg="add mod">
          <ac:chgData name="#HUANG XINYA#" userId="0394e048-be67-4ff5-b348-88acdc9df0d1" providerId="ADAL" clId="{02486B59-77C2-44D9-86E4-77A6D6D6742A}" dt="2026-09-12T06:50:09.645" v="16506" actId="14100"/>
          <ac:cxnSpMkLst>
            <pc:docMk/>
            <pc:sldMk cId="2106879602" sldId="342"/>
            <ac:cxnSpMk id="5" creationId="{5D40CE24-857C-0F65-2095-0A561CB4AAA2}"/>
          </ac:cxnSpMkLst>
        </pc:cxnChg>
        <pc:cxnChg chg="add mod">
          <ac:chgData name="#HUANG XINYA#" userId="0394e048-be67-4ff5-b348-88acdc9df0d1" providerId="ADAL" clId="{02486B59-77C2-44D9-86E4-77A6D6D6742A}" dt="2026-09-12T06:50:07.340" v="16505" actId="14100"/>
          <ac:cxnSpMkLst>
            <pc:docMk/>
            <pc:sldMk cId="2106879602" sldId="342"/>
            <ac:cxnSpMk id="7" creationId="{3F5C96D3-20F4-09F3-0AAB-EA7F135277F7}"/>
          </ac:cxnSpMkLst>
        </pc:cxnChg>
        <pc:cxnChg chg="add mod">
          <ac:chgData name="#HUANG XINYA#" userId="0394e048-be67-4ff5-b348-88acdc9df0d1" providerId="ADAL" clId="{02486B59-77C2-44D9-86E4-77A6D6D6742A}" dt="2026-09-12T06:50:14.484" v="16507" actId="14100"/>
          <ac:cxnSpMkLst>
            <pc:docMk/>
            <pc:sldMk cId="2106879602" sldId="342"/>
            <ac:cxnSpMk id="9" creationId="{7490A4D8-E857-B5B4-D61C-F230CFD4DC06}"/>
          </ac:cxnSpMkLst>
        </pc:cxnChg>
        <pc:cxnChg chg="add mod">
          <ac:chgData name="#HUANG XINYA#" userId="0394e048-be67-4ff5-b348-88acdc9df0d1" providerId="ADAL" clId="{02486B59-77C2-44D9-86E4-77A6D6D6742A}" dt="2026-09-12T06:51:01.821" v="16539" actId="208"/>
          <ac:cxnSpMkLst>
            <pc:docMk/>
            <pc:sldMk cId="2106879602" sldId="342"/>
            <ac:cxnSpMk id="16" creationId="{5F33FA35-095A-F6B3-FA12-BF1AC46E4CDD}"/>
          </ac:cxnSpMkLst>
        </pc:cxnChg>
        <pc:cxnChg chg="add mod">
          <ac:chgData name="#HUANG XINYA#" userId="0394e048-be67-4ff5-b348-88acdc9df0d1" providerId="ADAL" clId="{02486B59-77C2-44D9-86E4-77A6D6D6742A}" dt="2026-09-12T06:52:43.427" v="16616" actId="14100"/>
          <ac:cxnSpMkLst>
            <pc:docMk/>
            <pc:sldMk cId="2106879602" sldId="342"/>
            <ac:cxnSpMk id="18" creationId="{DE6374A9-7D06-3D66-AC51-B1075B7DC848}"/>
          </ac:cxnSpMkLst>
        </pc:cxnChg>
        <pc:cxnChg chg="add mod">
          <ac:chgData name="#HUANG XINYA#" userId="0394e048-be67-4ff5-b348-88acdc9df0d1" providerId="ADAL" clId="{02486B59-77C2-44D9-86E4-77A6D6D6742A}" dt="2026-09-12T06:52:26.906" v="16612" actId="14100"/>
          <ac:cxnSpMkLst>
            <pc:docMk/>
            <pc:sldMk cId="2106879602" sldId="342"/>
            <ac:cxnSpMk id="21" creationId="{98B5B6C4-F255-67BC-5050-6100177CA54D}"/>
          </ac:cxnSpMkLst>
        </pc:cxnChg>
      </pc:sldChg>
      <pc:sldChg chg="addSp delSp modSp mod delAnim modAnim">
        <pc:chgData name="#HUANG XINYA#" userId="0394e048-be67-4ff5-b348-88acdc9df0d1" providerId="ADAL" clId="{02486B59-77C2-44D9-86E4-77A6D6D6742A}" dt="2026-09-12T07:10:26.370" v="16857" actId="1076"/>
        <pc:sldMkLst>
          <pc:docMk/>
          <pc:sldMk cId="1279301954" sldId="345"/>
        </pc:sldMkLst>
        <pc:spChg chg="add mod">
          <ac:chgData name="#HUANG XINYA#" userId="0394e048-be67-4ff5-b348-88acdc9df0d1" providerId="ADAL" clId="{02486B59-77C2-44D9-86E4-77A6D6D6742A}" dt="2026-09-12T07:09:30.734" v="16854"/>
          <ac:spMkLst>
            <pc:docMk/>
            <pc:sldMk cId="1279301954" sldId="345"/>
            <ac:spMk id="2" creationId="{2351E184-5613-2753-CA8E-3C306FB2C201}"/>
          </ac:spMkLst>
        </pc:spChg>
        <pc:picChg chg="del">
          <ac:chgData name="#HUANG XINYA#" userId="0394e048-be67-4ff5-b348-88acdc9df0d1" providerId="ADAL" clId="{02486B59-77C2-44D9-86E4-77A6D6D6742A}" dt="2026-09-12T07:09:30.369" v="16853" actId="478"/>
          <ac:picMkLst>
            <pc:docMk/>
            <pc:sldMk cId="1279301954" sldId="345"/>
            <ac:picMk id="4" creationId="{2414F416-F63E-04A0-6365-EAEA63BA5A89}"/>
          </ac:picMkLst>
        </pc:picChg>
        <pc:picChg chg="add mod">
          <ac:chgData name="#HUANG XINYA#" userId="0394e048-be67-4ff5-b348-88acdc9df0d1" providerId="ADAL" clId="{02486B59-77C2-44D9-86E4-77A6D6D6742A}" dt="2026-09-12T07:10:26.370" v="16857" actId="1076"/>
          <ac:picMkLst>
            <pc:docMk/>
            <pc:sldMk cId="1279301954" sldId="345"/>
            <ac:picMk id="5" creationId="{B93C5EE0-D9D2-851C-1E22-B1222C826FBA}"/>
          </ac:picMkLst>
        </pc:picChg>
      </pc:sldChg>
      <pc:sldChg chg="modSp mod">
        <pc:chgData name="#HUANG XINYA#" userId="0394e048-be67-4ff5-b348-88acdc9df0d1" providerId="ADAL" clId="{02486B59-77C2-44D9-86E4-77A6D6D6742A}" dt="2026-09-12T06:53:13.403" v="16617" actId="20577"/>
        <pc:sldMkLst>
          <pc:docMk/>
          <pc:sldMk cId="658135081" sldId="354"/>
        </pc:sldMkLst>
        <pc:spChg chg="mod">
          <ac:chgData name="#HUANG XINYA#" userId="0394e048-be67-4ff5-b348-88acdc9df0d1" providerId="ADAL" clId="{02486B59-77C2-44D9-86E4-77A6D6D6742A}" dt="2026-09-12T06:53:13.403" v="16617" actId="20577"/>
          <ac:spMkLst>
            <pc:docMk/>
            <pc:sldMk cId="658135081" sldId="354"/>
            <ac:spMk id="3" creationId="{CCC32CF3-AA6C-214E-3C07-F779A44C7843}"/>
          </ac:spMkLst>
        </pc:spChg>
      </pc:sldChg>
      <pc:sldChg chg="modSp mod">
        <pc:chgData name="#HUANG XINYA#" userId="0394e048-be67-4ff5-b348-88acdc9df0d1" providerId="ADAL" clId="{02486B59-77C2-44D9-86E4-77A6D6D6742A}" dt="2026-09-12T07:06:29.782" v="16852" actId="20577"/>
        <pc:sldMkLst>
          <pc:docMk/>
          <pc:sldMk cId="829585956" sldId="355"/>
        </pc:sldMkLst>
        <pc:spChg chg="mod">
          <ac:chgData name="#HUANG XINYA#" userId="0394e048-be67-4ff5-b348-88acdc9df0d1" providerId="ADAL" clId="{02486B59-77C2-44D9-86E4-77A6D6D6742A}" dt="2026-09-12T07:06:29.782" v="16852" actId="20577"/>
          <ac:spMkLst>
            <pc:docMk/>
            <pc:sldMk cId="829585956" sldId="355"/>
            <ac:spMk id="6" creationId="{C0731092-0476-10B1-64E7-AC7B92D56AB4}"/>
          </ac:spMkLst>
        </pc:spChg>
      </pc:sldChg>
      <pc:sldChg chg="new del">
        <pc:chgData name="#HUANG XINYA#" userId="0394e048-be67-4ff5-b348-88acdc9df0d1" providerId="ADAL" clId="{02486B59-77C2-44D9-86E4-77A6D6D6742A}" dt="2026-09-12T06:35:11.227" v="16251" actId="2696"/>
        <pc:sldMkLst>
          <pc:docMk/>
          <pc:sldMk cId="557011565" sldId="356"/>
        </pc:sldMkLst>
      </pc:sldChg>
      <pc:sldChg chg="addSp delSp modSp add mod delAnim modAnim">
        <pc:chgData name="#HUANG XINYA#" userId="0394e048-be67-4ff5-b348-88acdc9df0d1" providerId="ADAL" clId="{02486B59-77C2-44D9-86E4-77A6D6D6742A}" dt="2026-09-12T07:15:21.165" v="16973"/>
        <pc:sldMkLst>
          <pc:docMk/>
          <pc:sldMk cId="3391271108" sldId="357"/>
        </pc:sldMkLst>
        <pc:spChg chg="mod">
          <ac:chgData name="#HUANG XINYA#" userId="0394e048-be67-4ff5-b348-88acdc9df0d1" providerId="ADAL" clId="{02486B59-77C2-44D9-86E4-77A6D6D6742A}" dt="2026-09-12T07:11:47.661" v="16894" actId="1076"/>
          <ac:spMkLst>
            <pc:docMk/>
            <pc:sldMk cId="3391271108" sldId="357"/>
            <ac:spMk id="2" creationId="{B93E323C-E682-ACE4-370D-D0433940D02A}"/>
          </ac:spMkLst>
        </pc:spChg>
        <pc:spChg chg="add mod">
          <ac:chgData name="#HUANG XINYA#" userId="0394e048-be67-4ff5-b348-88acdc9df0d1" providerId="ADAL" clId="{02486B59-77C2-44D9-86E4-77A6D6D6742A}" dt="2026-09-12T07:14:59.650" v="16972" actId="20577"/>
          <ac:spMkLst>
            <pc:docMk/>
            <pc:sldMk cId="3391271108" sldId="357"/>
            <ac:spMk id="3" creationId="{509C3E2E-5070-BE4B-2A01-6A0ADDEB3F38}"/>
          </ac:spMkLst>
        </pc:spChg>
        <pc:spChg chg="del">
          <ac:chgData name="#HUANG XINYA#" userId="0394e048-be67-4ff5-b348-88acdc9df0d1" providerId="ADAL" clId="{02486B59-77C2-44D9-86E4-77A6D6D6742A}" dt="2026-09-12T06:35:15.817" v="16252" actId="478"/>
          <ac:spMkLst>
            <pc:docMk/>
            <pc:sldMk cId="3391271108" sldId="357"/>
            <ac:spMk id="3" creationId="{B57C9320-0742-F05C-C19A-981F34289026}"/>
          </ac:spMkLst>
        </pc:spChg>
        <pc:spChg chg="del">
          <ac:chgData name="#HUANG XINYA#" userId="0394e048-be67-4ff5-b348-88acdc9df0d1" providerId="ADAL" clId="{02486B59-77C2-44D9-86E4-77A6D6D6742A}" dt="2026-09-12T06:35:15.817" v="16252" actId="478"/>
          <ac:spMkLst>
            <pc:docMk/>
            <pc:sldMk cId="3391271108" sldId="357"/>
            <ac:spMk id="4" creationId="{2DCA8D8B-59B0-E702-572F-CF6F9C801BE9}"/>
          </ac:spMkLst>
        </pc:spChg>
        <pc:spChg chg="del">
          <ac:chgData name="#HUANG XINYA#" userId="0394e048-be67-4ff5-b348-88acdc9df0d1" providerId="ADAL" clId="{02486B59-77C2-44D9-86E4-77A6D6D6742A}" dt="2026-09-12T06:35:15.817" v="16252" actId="478"/>
          <ac:spMkLst>
            <pc:docMk/>
            <pc:sldMk cId="3391271108" sldId="357"/>
            <ac:spMk id="5" creationId="{48608F7F-BF77-EF91-32D5-B7F6E99B7AC9}"/>
          </ac:spMkLst>
        </pc:spChg>
        <pc:spChg chg="del">
          <ac:chgData name="#HUANG XINYA#" userId="0394e048-be67-4ff5-b348-88acdc9df0d1" providerId="ADAL" clId="{02486B59-77C2-44D9-86E4-77A6D6D6742A}" dt="2026-09-12T06:35:15.817" v="16252" actId="478"/>
          <ac:spMkLst>
            <pc:docMk/>
            <pc:sldMk cId="3391271108" sldId="357"/>
            <ac:spMk id="9" creationId="{1EEA8D58-147B-E0A9-8152-73723BB43638}"/>
          </ac:spMkLst>
        </pc:spChg>
        <pc:spChg chg="del">
          <ac:chgData name="#HUANG XINYA#" userId="0394e048-be67-4ff5-b348-88acdc9df0d1" providerId="ADAL" clId="{02486B59-77C2-44D9-86E4-77A6D6D6742A}" dt="2026-09-12T06:35:15.817" v="16252" actId="478"/>
          <ac:spMkLst>
            <pc:docMk/>
            <pc:sldMk cId="3391271108" sldId="357"/>
            <ac:spMk id="17" creationId="{71A9D0E1-8E37-CAA5-6E7F-2C983E169546}"/>
          </ac:spMkLst>
        </pc:spChg>
        <pc:picChg chg="add del mod">
          <ac:chgData name="#HUANG XINYA#" userId="0394e048-be67-4ff5-b348-88acdc9df0d1" providerId="ADAL" clId="{02486B59-77C2-44D9-86E4-77A6D6D6742A}" dt="2026-09-12T06:40:16.872" v="16305" actId="478"/>
          <ac:picMkLst>
            <pc:docMk/>
            <pc:sldMk cId="3391271108" sldId="357"/>
            <ac:picMk id="7" creationId="{5885AF26-0F46-2E28-94E9-CB720DFE839C}"/>
          </ac:picMkLst>
        </pc:picChg>
        <pc:picChg chg="add mod">
          <ac:chgData name="#HUANG XINYA#" userId="0394e048-be67-4ff5-b348-88acdc9df0d1" providerId="ADAL" clId="{02486B59-77C2-44D9-86E4-77A6D6D6742A}" dt="2026-09-12T07:11:02.771" v="16859" actId="1076"/>
          <ac:picMkLst>
            <pc:docMk/>
            <pc:sldMk cId="3391271108" sldId="357"/>
            <ac:picMk id="10" creationId="{EABB9022-81AC-66E2-AB4D-59C475C5DA3B}"/>
          </ac:picMkLst>
        </pc:picChg>
        <pc:cxnChg chg="del">
          <ac:chgData name="#HUANG XINYA#" userId="0394e048-be67-4ff5-b348-88acdc9df0d1" providerId="ADAL" clId="{02486B59-77C2-44D9-86E4-77A6D6D6742A}" dt="2026-09-12T06:35:15.817" v="16252" actId="478"/>
          <ac:cxnSpMkLst>
            <pc:docMk/>
            <pc:sldMk cId="3391271108" sldId="357"/>
            <ac:cxnSpMk id="6" creationId="{0C1E3386-FF26-4B73-AA89-F3FA24AC129E}"/>
          </ac:cxnSpMkLst>
        </pc:cxnChg>
        <pc:cxnChg chg="del">
          <ac:chgData name="#HUANG XINYA#" userId="0394e048-be67-4ff5-b348-88acdc9df0d1" providerId="ADAL" clId="{02486B59-77C2-44D9-86E4-77A6D6D6742A}" dt="2026-09-12T06:35:20.700" v="16255" actId="478"/>
          <ac:cxnSpMkLst>
            <pc:docMk/>
            <pc:sldMk cId="3391271108" sldId="357"/>
            <ac:cxnSpMk id="8" creationId="{2A214DD3-791D-9127-87CB-6215CC1A634B}"/>
          </ac:cxnSpMkLst>
        </pc:cxnChg>
        <pc:cxnChg chg="del">
          <ac:chgData name="#HUANG XINYA#" userId="0394e048-be67-4ff5-b348-88acdc9df0d1" providerId="ADAL" clId="{02486B59-77C2-44D9-86E4-77A6D6D6742A}" dt="2026-09-12T06:35:19.285" v="16253" actId="478"/>
          <ac:cxnSpMkLst>
            <pc:docMk/>
            <pc:sldMk cId="3391271108" sldId="357"/>
            <ac:cxnSpMk id="12" creationId="{EFEDBB89-4F53-A0E6-78D3-2E5BC3C6AC33}"/>
          </ac:cxnSpMkLst>
        </pc:cxnChg>
        <pc:cxnChg chg="del">
          <ac:chgData name="#HUANG XINYA#" userId="0394e048-be67-4ff5-b348-88acdc9df0d1" providerId="ADAL" clId="{02486B59-77C2-44D9-86E4-77A6D6D6742A}" dt="2026-09-12T06:35:15.817" v="16252" actId="478"/>
          <ac:cxnSpMkLst>
            <pc:docMk/>
            <pc:sldMk cId="3391271108" sldId="357"/>
            <ac:cxnSpMk id="14" creationId="{00071426-C703-4FA8-461B-210DF4A1E829}"/>
          </ac:cxnSpMkLst>
        </pc:cxnChg>
        <pc:cxnChg chg="del">
          <ac:chgData name="#HUANG XINYA#" userId="0394e048-be67-4ff5-b348-88acdc9df0d1" providerId="ADAL" clId="{02486B59-77C2-44D9-86E4-77A6D6D6742A}" dt="2026-09-12T06:35:19.977" v="16254" actId="478"/>
          <ac:cxnSpMkLst>
            <pc:docMk/>
            <pc:sldMk cId="3391271108" sldId="357"/>
            <ac:cxnSpMk id="16" creationId="{EC578F0B-1F72-E993-3600-80B2B5191F6E}"/>
          </ac:cxnSpMkLst>
        </pc:cxnChg>
      </pc:sldChg>
      <pc:sldChg chg="addSp delSp modSp add mod">
        <pc:chgData name="#HUANG XINYA#" userId="0394e048-be67-4ff5-b348-88acdc9df0d1" providerId="ADAL" clId="{02486B59-77C2-44D9-86E4-77A6D6D6742A}" dt="2026-09-12T07:03:51.483" v="16729" actId="403"/>
        <pc:sldMkLst>
          <pc:docMk/>
          <pc:sldMk cId="386142377" sldId="358"/>
        </pc:sldMkLst>
        <pc:spChg chg="mod">
          <ac:chgData name="#HUANG XINYA#" userId="0394e048-be67-4ff5-b348-88acdc9df0d1" providerId="ADAL" clId="{02486B59-77C2-44D9-86E4-77A6D6D6742A}" dt="2026-09-12T07:03:51.483" v="16729" actId="403"/>
          <ac:spMkLst>
            <pc:docMk/>
            <pc:sldMk cId="386142377" sldId="358"/>
            <ac:spMk id="3" creationId="{A655FE65-F12D-32CE-86D5-21C481D65DDD}"/>
          </ac:spMkLst>
        </pc:spChg>
        <pc:spChg chg="add mod">
          <ac:chgData name="#HUANG XINYA#" userId="0394e048-be67-4ff5-b348-88acdc9df0d1" providerId="ADAL" clId="{02486B59-77C2-44D9-86E4-77A6D6D6742A}" dt="2026-09-12T07:02:06.011" v="16709" actId="1035"/>
          <ac:spMkLst>
            <pc:docMk/>
            <pc:sldMk cId="386142377" sldId="358"/>
            <ac:spMk id="6" creationId="{D6381190-D5F0-8D02-CB78-5A795DCCB89A}"/>
          </ac:spMkLst>
        </pc:spChg>
        <pc:spChg chg="add mod">
          <ac:chgData name="#HUANG XINYA#" userId="0394e048-be67-4ff5-b348-88acdc9df0d1" providerId="ADAL" clId="{02486B59-77C2-44D9-86E4-77A6D6D6742A}" dt="2026-09-12T07:02:00.079" v="16704" actId="1035"/>
          <ac:spMkLst>
            <pc:docMk/>
            <pc:sldMk cId="386142377" sldId="358"/>
            <ac:spMk id="7" creationId="{89CD2851-40C5-E59D-0E5C-81BD427155C7}"/>
          </ac:spMkLst>
        </pc:spChg>
        <pc:graphicFrameChg chg="add del mod">
          <ac:chgData name="#HUANG XINYA#" userId="0394e048-be67-4ff5-b348-88acdc9df0d1" providerId="ADAL" clId="{02486B59-77C2-44D9-86E4-77A6D6D6742A}" dt="2026-09-12T06:54:42.500" v="16656"/>
          <ac:graphicFrameMkLst>
            <pc:docMk/>
            <pc:sldMk cId="386142377" sldId="358"/>
            <ac:graphicFrameMk id="4" creationId="{B494C9BD-F3FF-0E82-42A9-18A632B9E353}"/>
          </ac:graphicFrameMkLst>
        </pc:graphicFrameChg>
        <pc:picChg chg="add del mod">
          <ac:chgData name="#HUANG XINYA#" userId="0394e048-be67-4ff5-b348-88acdc9df0d1" providerId="ADAL" clId="{02486B59-77C2-44D9-86E4-77A6D6D6742A}" dt="2026-09-12T07:01:56.465" v="16696" actId="1076"/>
          <ac:picMkLst>
            <pc:docMk/>
            <pc:sldMk cId="386142377" sldId="358"/>
            <ac:picMk id="5" creationId="{3E53CC1A-F9E4-DC74-2627-02E2C15292FD}"/>
          </ac:picMkLst>
        </pc:picChg>
      </pc:sldChg>
      <pc:sldChg chg="addSp delSp modSp new del mod modAnim">
        <pc:chgData name="#HUANG XINYA#" userId="0394e048-be67-4ff5-b348-88acdc9df0d1" providerId="ADAL" clId="{02486B59-77C2-44D9-86E4-77A6D6D6742A}" dt="2026-09-12T07:02:13.648" v="16711" actId="2696"/>
        <pc:sldMkLst>
          <pc:docMk/>
          <pc:sldMk cId="1154918839" sldId="359"/>
        </pc:sldMkLst>
        <pc:spChg chg="del">
          <ac:chgData name="#HUANG XINYA#" userId="0394e048-be67-4ff5-b348-88acdc9df0d1" providerId="ADAL" clId="{02486B59-77C2-44D9-86E4-77A6D6D6742A}" dt="2026-09-12T06:58:14.451" v="16667"/>
          <ac:spMkLst>
            <pc:docMk/>
            <pc:sldMk cId="1154918839" sldId="359"/>
            <ac:spMk id="3" creationId="{A7AF83C3-74A8-0597-4066-831E2885C7F2}"/>
          </ac:spMkLst>
        </pc:spChg>
        <pc:picChg chg="add mod">
          <ac:chgData name="#HUANG XINYA#" userId="0394e048-be67-4ff5-b348-88acdc9df0d1" providerId="ADAL" clId="{02486B59-77C2-44D9-86E4-77A6D6D6742A}" dt="2026-09-12T06:58:23.699" v="16669" actId="1076"/>
          <ac:picMkLst>
            <pc:docMk/>
            <pc:sldMk cId="1154918839" sldId="359"/>
            <ac:picMk id="4" creationId="{17A48F33-07DE-7825-B9B6-7B57A1BCB32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FC5B3-379E-EF40-A0D2-38E640436CC2}" type="datetimeFigureOut">
              <a:rPr lang="en-US" smtClean="0">
                <a:latin typeface="Arial"/>
              </a:rPr>
              <a:t>9/17/2026</a:t>
            </a:fld>
            <a:endParaRPr lang="en-US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29101-7F9C-2D47-B95D-7561785BF174}" type="slidenum">
              <a:rPr lang="en-US" smtClean="0">
                <a:latin typeface="Arial"/>
              </a:rPr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1175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9D6C49-6F48-4F46-A0C4-F823054334BD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B86D8-D67E-429E-B575-006BC027F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822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96C77-5F37-ECB0-0505-3938500BE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E9B030-A1FB-90FA-60EA-BBE6171ACF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CCB56A-9048-BE07-CE0F-B41819857B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BC665-25D7-065C-F682-E790148606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443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549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F16ED-3011-7469-4B0D-40DC4C845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6E3610-DBE6-F5D5-41C1-E82EE1C3C8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3D8DD7-7AC4-3F52-170B-B66039A91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80CE6-5EA9-3575-217D-EED81BF8DC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5861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0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5B86D8-D67E-429E-B575-006BC027FE4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46944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4191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48789-3434-9C03-43BF-95403A6E7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849161-8FF9-8433-D1C6-1B30139C08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1EFB7E-1CA3-4FB6-E3B8-F46F1F9811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8ABDE-44F7-77CD-91E6-645560A75F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232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3083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3488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2519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0878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28983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1AF1F-4017-9108-4AB1-B1E4898B3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054D17-FDD7-6B83-F0F0-F23182FBD2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E8C2E8-CFE3-B23B-870E-C82B5AE0D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88601-DECC-56DB-D21C-3AC7B3740D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3141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64B1F-6F77-67E8-4050-3DA66DE1D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C9E740-2063-850F-F33D-2BE5DC85C3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1DF6D-1C2E-AD78-3033-B2148DDF3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30A55-ED72-99D3-05D1-C98AC5E855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48651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0468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90972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26842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97762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3910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85299-F701-CC6B-B840-7C2501BAF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0AA630-B91D-EB53-F028-67B00BD514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077606-30E9-686D-15C7-C426C5694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A05FD-1B7F-D362-713D-93CB9FC6EF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5B86D8-D67E-429E-B575-006BC027FE4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5559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05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4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05176"/>
            <a:ext cx="82296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80035"/>
            <a:ext cx="82296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8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38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24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71068"/>
            <a:ext cx="4040188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39124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71068"/>
            <a:ext cx="4041775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9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4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8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591463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91464"/>
            <a:ext cx="5111750" cy="40486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3860"/>
            <a:ext cx="3008313" cy="304625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7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9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2724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6896"/>
            <a:ext cx="8229600" cy="2907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9F1CC899-6CEC-9548-B06D-7E1EB6F78CA3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361530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8E6562B1-0B0F-0246-9532-09536BC2AE5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72191"/>
            <a:ext cx="9144000" cy="28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30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7/06/relationships/model3d" Target="../media/model3d2.glb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5C652-3F8B-4D91-7FD6-088406B59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B1E8BBC-8AC1-5E46-6D80-CC68653E0A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348"/>
          <a:stretch>
            <a:fillRect/>
          </a:stretch>
        </p:blipFill>
        <p:spPr>
          <a:xfrm>
            <a:off x="2950869" y="1358282"/>
            <a:ext cx="5886597" cy="34179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34A3CB-9BB1-C24E-4B25-05CC09E7C3A6}"/>
              </a:ext>
            </a:extLst>
          </p:cNvPr>
          <p:cNvSpPr txBox="1"/>
          <p:nvPr/>
        </p:nvSpPr>
        <p:spPr>
          <a:xfrm>
            <a:off x="317634" y="168441"/>
            <a:ext cx="9100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6 – </a:t>
            </a:r>
            <a:r>
              <a:rPr lang="en-US" sz="2800" b="1" dirty="0"/>
              <a:t>A</a:t>
            </a:r>
            <a:r>
              <a:rPr lang="en-US" altLang="zh-CN" sz="2800" b="1" dirty="0"/>
              <a:t>uxiliary</a:t>
            </a:r>
            <a:r>
              <a:rPr lang="en-US" sz="2800" b="1" dirty="0"/>
              <a:t> P</a:t>
            </a:r>
            <a:r>
              <a:rPr lang="en-US" altLang="zh-CN" sz="2800" b="1" dirty="0"/>
              <a:t>rojection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– Self-learning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D3C2A5-BB08-34B7-CE04-6D599E008C3E}"/>
              </a:ext>
            </a:extLst>
          </p:cNvPr>
          <p:cNvSpPr/>
          <p:nvPr/>
        </p:nvSpPr>
        <p:spPr>
          <a:xfrm>
            <a:off x="3054312" y="4311677"/>
            <a:ext cx="1143000" cy="2210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EE1383-388B-5E3F-1FE1-CF5E31DF90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534" y="1462045"/>
            <a:ext cx="2417100" cy="260184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259E4E1-0485-7ABD-B360-5C0A267F87CE}"/>
              </a:ext>
            </a:extLst>
          </p:cNvPr>
          <p:cNvSpPr/>
          <p:nvPr/>
        </p:nvSpPr>
        <p:spPr>
          <a:xfrm>
            <a:off x="274374" y="2176509"/>
            <a:ext cx="1739952" cy="355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5829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80B9F-9C6E-D6BB-4362-FBA77D0AF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A171BE2-9B72-DF17-2EFE-CDE687E58EDF}"/>
              </a:ext>
            </a:extLst>
          </p:cNvPr>
          <p:cNvSpPr txBox="1"/>
          <p:nvPr/>
        </p:nvSpPr>
        <p:spPr>
          <a:xfrm>
            <a:off x="317634" y="168441"/>
            <a:ext cx="9100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6 – A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uxiliary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rojection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– Assignments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9E06C2-38AB-DA97-4EA2-E57B8728EF6D}"/>
              </a:ext>
            </a:extLst>
          </p:cNvPr>
          <p:cNvSpPr txBox="1"/>
          <p:nvPr/>
        </p:nvSpPr>
        <p:spPr>
          <a:xfrm>
            <a:off x="317634" y="1494038"/>
            <a:ext cx="58308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Finish – E12, E13, E14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Submit – E13 </a:t>
            </a:r>
          </a:p>
        </p:txBody>
      </p:sp>
    </p:spTree>
    <p:extLst>
      <p:ext uri="{BB962C8B-B14F-4D97-AF65-F5344CB8AC3E}">
        <p14:creationId xmlns:p14="http://schemas.microsoft.com/office/powerpoint/2010/main" val="307764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15E63-7C0C-41F8-95D7-2F1A4F29B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D18F6A-1976-AF5E-0DCD-15DAA0F53122}"/>
              </a:ext>
            </a:extLst>
          </p:cNvPr>
          <p:cNvSpPr txBox="1"/>
          <p:nvPr/>
        </p:nvSpPr>
        <p:spPr>
          <a:xfrm>
            <a:off x="148385" y="89790"/>
            <a:ext cx="6491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/>
              <a:t>WEEK 6 – Recap</a:t>
            </a:r>
            <a:endParaRPr lang="en-SG" sz="16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42CD23-506D-FF92-5448-087A9EBEA000}"/>
              </a:ext>
            </a:extLst>
          </p:cNvPr>
          <p:cNvSpPr txBox="1"/>
          <p:nvPr/>
        </p:nvSpPr>
        <p:spPr>
          <a:xfrm>
            <a:off x="196278" y="745759"/>
            <a:ext cx="8034139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1</a:t>
            </a:r>
            <a:r>
              <a:rPr lang="en-GB" sz="2000" b="1" baseline="30000" dirty="0"/>
              <a:t>st</a:t>
            </a:r>
            <a:r>
              <a:rPr lang="en-GB" sz="2000" b="1" dirty="0"/>
              <a:t> Angle Projection: Projection </a:t>
            </a:r>
            <a:r>
              <a:rPr lang="en-GB" sz="2000" b="1" dirty="0">
                <a:highlight>
                  <a:srgbClr val="FFFF00"/>
                </a:highlight>
              </a:rPr>
              <a:t>behind</a:t>
            </a:r>
            <a:r>
              <a:rPr lang="en-GB" sz="2000" b="1" dirty="0"/>
              <a:t> the object</a:t>
            </a:r>
          </a:p>
          <a:p>
            <a:endParaRPr lang="en-GB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3</a:t>
            </a:r>
            <a:r>
              <a:rPr lang="en-GB" sz="2000" b="1" baseline="30000" dirty="0"/>
              <a:t>rd</a:t>
            </a:r>
            <a:r>
              <a:rPr lang="en-GB" sz="2000" b="1" dirty="0"/>
              <a:t> Angle Projection: Projection </a:t>
            </a:r>
            <a:r>
              <a:rPr lang="en-GB" sz="2000" b="1" dirty="0">
                <a:highlight>
                  <a:srgbClr val="FFFF00"/>
                </a:highlight>
              </a:rPr>
              <a:t>in front of </a:t>
            </a:r>
            <a:r>
              <a:rPr lang="en-GB" sz="2000" b="1" dirty="0"/>
              <a:t>the object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Auxiliary Plan: Projected from the </a:t>
            </a:r>
            <a:r>
              <a:rPr lang="en-GB" sz="2000" b="1" dirty="0">
                <a:highlight>
                  <a:srgbClr val="FFFF00"/>
                </a:highlight>
              </a:rPr>
              <a:t>elevation</a:t>
            </a:r>
            <a:r>
              <a:rPr lang="en-GB" sz="2000" b="1" dirty="0"/>
              <a:t> 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Auxiliary Elevation: Projected from the </a:t>
            </a:r>
            <a:r>
              <a:rPr lang="en-GB" sz="2000" b="1" dirty="0">
                <a:highlight>
                  <a:srgbClr val="FFFF00"/>
                </a:highlight>
              </a:rPr>
              <a:t>plan</a:t>
            </a:r>
            <a:r>
              <a:rPr lang="en-GB" sz="2000" b="1" dirty="0"/>
              <a:t> 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3968515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761EB-E116-152A-38FA-D3C0496DB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0CDEEC-3806-C762-09D6-30AE4E311FC0}"/>
              </a:ext>
            </a:extLst>
          </p:cNvPr>
          <p:cNvSpPr txBox="1"/>
          <p:nvPr/>
        </p:nvSpPr>
        <p:spPr>
          <a:xfrm>
            <a:off x="148385" y="89790"/>
            <a:ext cx="4533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/>
              <a:t>AUXILIARY PROJECTION - Recap</a:t>
            </a:r>
            <a:endParaRPr lang="en-SG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45BFC1-82F7-910B-0FB3-8D5EF9B703B5}"/>
              </a:ext>
            </a:extLst>
          </p:cNvPr>
          <p:cNvSpPr txBox="1"/>
          <p:nvPr/>
        </p:nvSpPr>
        <p:spPr>
          <a:xfrm>
            <a:off x="827402" y="805940"/>
            <a:ext cx="60559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/>
              <a:t>1. </a:t>
            </a:r>
            <a:r>
              <a:rPr lang="en-SG" sz="2000" b="1">
                <a:solidFill>
                  <a:srgbClr val="FF0000"/>
                </a:solidFill>
              </a:rPr>
              <a:t>R</a:t>
            </a:r>
            <a:r>
              <a:rPr lang="en-US" altLang="zh-CN" sz="2000" b="1" err="1">
                <a:solidFill>
                  <a:srgbClr val="FF0000"/>
                </a:solidFill>
              </a:rPr>
              <a:t>eproduce</a:t>
            </a:r>
            <a:r>
              <a:rPr lang="en-US" altLang="zh-CN" sz="2000" b="1">
                <a:solidFill>
                  <a:srgbClr val="FF0000"/>
                </a:solidFill>
              </a:rPr>
              <a:t> </a:t>
            </a:r>
            <a:r>
              <a:rPr lang="en-US" altLang="zh-CN" sz="2000" b="1"/>
              <a:t>the </a:t>
            </a:r>
            <a:r>
              <a:rPr lang="en-US" sz="2000" b="1"/>
              <a:t>principal</a:t>
            </a:r>
            <a:r>
              <a:rPr lang="en-US" altLang="zh-CN" sz="2000" b="1"/>
              <a:t> views (Elevation &amp; Plan)</a:t>
            </a:r>
            <a:endParaRPr lang="en-SG" sz="16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F4B397-AF1B-CCC7-AAF3-A08BB2C40511}"/>
              </a:ext>
            </a:extLst>
          </p:cNvPr>
          <p:cNvSpPr txBox="1"/>
          <p:nvPr/>
        </p:nvSpPr>
        <p:spPr>
          <a:xfrm>
            <a:off x="827401" y="1408360"/>
            <a:ext cx="7646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/>
              <a:t>2. </a:t>
            </a:r>
            <a:r>
              <a:rPr lang="en-SG" sz="2000" b="1" dirty="0">
                <a:solidFill>
                  <a:srgbClr val="FF0000"/>
                </a:solidFill>
              </a:rPr>
              <a:t>Projectors </a:t>
            </a:r>
            <a:r>
              <a:rPr lang="en-US" sz="2000" b="1" dirty="0">
                <a:solidFill>
                  <a:srgbClr val="FF0000"/>
                </a:solidFill>
              </a:rPr>
              <a:t>parallel </a:t>
            </a:r>
            <a:r>
              <a:rPr lang="en-US" sz="2000" b="1" dirty="0"/>
              <a:t>to the given </a:t>
            </a:r>
            <a:r>
              <a:rPr lang="en-US" altLang="zh-CN" sz="2000" b="1" dirty="0"/>
              <a:t>viewing direction</a:t>
            </a:r>
            <a:endParaRPr lang="en-SG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C4CAF4-AB49-F038-C76A-7757EF2C86CE}"/>
              </a:ext>
            </a:extLst>
          </p:cNvPr>
          <p:cNvSpPr txBox="1"/>
          <p:nvPr/>
        </p:nvSpPr>
        <p:spPr>
          <a:xfrm>
            <a:off x="827401" y="1973254"/>
            <a:ext cx="7646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/>
              <a:t>3. </a:t>
            </a:r>
            <a:r>
              <a:rPr lang="en-US" sz="2000" b="1">
                <a:solidFill>
                  <a:srgbClr val="FF0000"/>
                </a:solidFill>
              </a:rPr>
              <a:t>G</a:t>
            </a:r>
            <a:r>
              <a:rPr lang="en-US" altLang="zh-CN" sz="2000" b="1">
                <a:solidFill>
                  <a:srgbClr val="FF0000"/>
                </a:solidFill>
              </a:rPr>
              <a:t>round line </a:t>
            </a:r>
            <a:r>
              <a:rPr lang="en-US" altLang="zh-CN" sz="2000" b="1"/>
              <a:t>perpendicular to the projectors</a:t>
            </a:r>
            <a:endParaRPr lang="en-SG" sz="16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6E73A2-DC85-C425-1B62-3A68A1BF11E3}"/>
              </a:ext>
            </a:extLst>
          </p:cNvPr>
          <p:cNvSpPr txBox="1"/>
          <p:nvPr/>
        </p:nvSpPr>
        <p:spPr>
          <a:xfrm>
            <a:off x="827401" y="2598473"/>
            <a:ext cx="7646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/>
              <a:t>4. </a:t>
            </a:r>
            <a:r>
              <a:rPr lang="en-US" sz="2000" b="1" dirty="0">
                <a:solidFill>
                  <a:srgbClr val="FF0000"/>
                </a:solidFill>
              </a:rPr>
              <a:t>Transfer</a:t>
            </a:r>
            <a:r>
              <a:rPr lang="en-US" sz="2000" b="1" dirty="0"/>
              <a:t> heights/widths from the principal views</a:t>
            </a:r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976992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4CB4A-603E-06EB-8270-2CE2379F6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C81315-85E3-CD03-1987-5F82F1A6F6DD}"/>
              </a:ext>
            </a:extLst>
          </p:cNvPr>
          <p:cNvSpPr txBox="1"/>
          <p:nvPr/>
        </p:nvSpPr>
        <p:spPr>
          <a:xfrm>
            <a:off x="148385" y="89790"/>
            <a:ext cx="7990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AUXILIARY PROJECTION – </a:t>
            </a:r>
            <a:r>
              <a:rPr kumimoji="0" lang="en-SG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CURVES APPROXIMATION</a:t>
            </a:r>
            <a:endParaRPr kumimoji="0" lang="en-SG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5EDDF4-24BC-D2A9-055C-55FA08094D40}"/>
              </a:ext>
            </a:extLst>
          </p:cNvPr>
          <p:cNvSpPr txBox="1"/>
          <p:nvPr/>
        </p:nvSpPr>
        <p:spPr>
          <a:xfrm>
            <a:off x="674204" y="498710"/>
            <a:ext cx="75027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ow many points ? Up to you</a:t>
            </a:r>
            <a:endParaRPr kumimoji="0" lang="en-SG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Partial Circle 14">
            <a:extLst>
              <a:ext uri="{FF2B5EF4-FFF2-40B4-BE49-F238E27FC236}">
                <a16:creationId xmlns:a16="http://schemas.microsoft.com/office/drawing/2014/main" id="{6BC66131-7736-4AE5-163A-2C4524466A13}"/>
              </a:ext>
            </a:extLst>
          </p:cNvPr>
          <p:cNvSpPr/>
          <p:nvPr/>
        </p:nvSpPr>
        <p:spPr>
          <a:xfrm>
            <a:off x="1313736" y="1907793"/>
            <a:ext cx="3111835" cy="3111835"/>
          </a:xfrm>
          <a:prstGeom prst="pie">
            <a:avLst>
              <a:gd name="adj1" fmla="val 10797228"/>
              <a:gd name="adj2" fmla="val 1618556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615D94-4BD8-D1D0-7FBE-CE2EFCFC1B5A}"/>
              </a:ext>
            </a:extLst>
          </p:cNvPr>
          <p:cNvSpPr txBox="1"/>
          <p:nvPr/>
        </p:nvSpPr>
        <p:spPr>
          <a:xfrm>
            <a:off x="674204" y="934520"/>
            <a:ext cx="75027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Generally: 2 pts in the middle for a quarter of a circle</a:t>
            </a:r>
            <a:endParaRPr kumimoji="0" lang="en-SG" sz="20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D0D65740-AC89-062B-C0A0-0D012B2ED40B}"/>
              </a:ext>
            </a:extLst>
          </p:cNvPr>
          <p:cNvSpPr/>
          <p:nvPr/>
        </p:nvSpPr>
        <p:spPr>
          <a:xfrm>
            <a:off x="2685337" y="1742626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20616771-64EE-66F9-DD39-F198FDEF96A3}"/>
              </a:ext>
            </a:extLst>
          </p:cNvPr>
          <p:cNvSpPr/>
          <p:nvPr/>
        </p:nvSpPr>
        <p:spPr>
          <a:xfrm>
            <a:off x="1148569" y="3298543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F4E39156-4C15-1020-A7E0-6DAF192B121D}"/>
              </a:ext>
            </a:extLst>
          </p:cNvPr>
          <p:cNvSpPr/>
          <p:nvPr/>
        </p:nvSpPr>
        <p:spPr>
          <a:xfrm>
            <a:off x="2185811" y="1830130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4240C1DE-829C-7C3A-486F-A3B39C6F40F0}"/>
              </a:ext>
            </a:extLst>
          </p:cNvPr>
          <p:cNvSpPr/>
          <p:nvPr/>
        </p:nvSpPr>
        <p:spPr>
          <a:xfrm>
            <a:off x="1675688" y="2152923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FC11F83-DB0C-738A-EA3E-C91D979E0F01}"/>
              </a:ext>
            </a:extLst>
          </p:cNvPr>
          <p:cNvCxnSpPr>
            <a:cxnSpLocks/>
          </p:cNvCxnSpPr>
          <p:nvPr/>
        </p:nvCxnSpPr>
        <p:spPr>
          <a:xfrm>
            <a:off x="2864863" y="1405065"/>
            <a:ext cx="0" cy="31980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9CBD141-83DD-1296-1FE8-60B13CBD9A2B}"/>
              </a:ext>
            </a:extLst>
          </p:cNvPr>
          <p:cNvCxnSpPr>
            <a:cxnSpLocks/>
          </p:cNvCxnSpPr>
          <p:nvPr/>
        </p:nvCxnSpPr>
        <p:spPr>
          <a:xfrm>
            <a:off x="2348351" y="1405065"/>
            <a:ext cx="0" cy="31980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DCD2159-AAB7-297D-6DFC-DAE900DD0591}"/>
              </a:ext>
            </a:extLst>
          </p:cNvPr>
          <p:cNvCxnSpPr>
            <a:cxnSpLocks/>
          </p:cNvCxnSpPr>
          <p:nvPr/>
        </p:nvCxnSpPr>
        <p:spPr>
          <a:xfrm>
            <a:off x="1831839" y="1405065"/>
            <a:ext cx="0" cy="31980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047754E-C98B-3DF8-479B-E33BE6F63051}"/>
              </a:ext>
            </a:extLst>
          </p:cNvPr>
          <p:cNvCxnSpPr>
            <a:cxnSpLocks/>
          </p:cNvCxnSpPr>
          <p:nvPr/>
        </p:nvCxnSpPr>
        <p:spPr>
          <a:xfrm>
            <a:off x="1315327" y="1405065"/>
            <a:ext cx="0" cy="31980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artial Circle 23">
            <a:extLst>
              <a:ext uri="{FF2B5EF4-FFF2-40B4-BE49-F238E27FC236}">
                <a16:creationId xmlns:a16="http://schemas.microsoft.com/office/drawing/2014/main" id="{587A3A93-9D1E-72E5-F096-A272DC32FAC0}"/>
              </a:ext>
            </a:extLst>
          </p:cNvPr>
          <p:cNvSpPr/>
          <p:nvPr/>
        </p:nvSpPr>
        <p:spPr>
          <a:xfrm>
            <a:off x="4942082" y="1895026"/>
            <a:ext cx="3111835" cy="3111835"/>
          </a:xfrm>
          <a:prstGeom prst="pie">
            <a:avLst>
              <a:gd name="adj1" fmla="val 14370614"/>
              <a:gd name="adj2" fmla="val 1618556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951B6434-D151-B81A-5411-5753BFA71A94}"/>
              </a:ext>
            </a:extLst>
          </p:cNvPr>
          <p:cNvSpPr/>
          <p:nvPr/>
        </p:nvSpPr>
        <p:spPr>
          <a:xfrm>
            <a:off x="6313683" y="1729859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Partial Circle 32">
            <a:extLst>
              <a:ext uri="{FF2B5EF4-FFF2-40B4-BE49-F238E27FC236}">
                <a16:creationId xmlns:a16="http://schemas.microsoft.com/office/drawing/2014/main" id="{A5CD09C7-F73D-3683-4508-D2F1D8DCBDEA}"/>
              </a:ext>
            </a:extLst>
          </p:cNvPr>
          <p:cNvSpPr/>
          <p:nvPr/>
        </p:nvSpPr>
        <p:spPr>
          <a:xfrm>
            <a:off x="4942082" y="1895024"/>
            <a:ext cx="3111835" cy="3111835"/>
          </a:xfrm>
          <a:prstGeom prst="pie">
            <a:avLst>
              <a:gd name="adj1" fmla="val 10779264"/>
              <a:gd name="adj2" fmla="val 1239809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Partial Circle 33">
            <a:extLst>
              <a:ext uri="{FF2B5EF4-FFF2-40B4-BE49-F238E27FC236}">
                <a16:creationId xmlns:a16="http://schemas.microsoft.com/office/drawing/2014/main" id="{6FB94E0B-B518-3C58-4CAE-0CF1A6258833}"/>
              </a:ext>
            </a:extLst>
          </p:cNvPr>
          <p:cNvSpPr/>
          <p:nvPr/>
        </p:nvSpPr>
        <p:spPr>
          <a:xfrm>
            <a:off x="4942082" y="1895022"/>
            <a:ext cx="3111835" cy="3111835"/>
          </a:xfrm>
          <a:prstGeom prst="pie">
            <a:avLst>
              <a:gd name="adj1" fmla="val 12408755"/>
              <a:gd name="adj2" fmla="val 1436776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Multiplication Sign 27">
            <a:extLst>
              <a:ext uri="{FF2B5EF4-FFF2-40B4-BE49-F238E27FC236}">
                <a16:creationId xmlns:a16="http://schemas.microsoft.com/office/drawing/2014/main" id="{60D9D109-E937-F5EF-921C-936C8CA8C7D9}"/>
              </a:ext>
            </a:extLst>
          </p:cNvPr>
          <p:cNvSpPr/>
          <p:nvPr/>
        </p:nvSpPr>
        <p:spPr>
          <a:xfrm>
            <a:off x="4942082" y="2560213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Multiplication Sign 25">
            <a:extLst>
              <a:ext uri="{FF2B5EF4-FFF2-40B4-BE49-F238E27FC236}">
                <a16:creationId xmlns:a16="http://schemas.microsoft.com/office/drawing/2014/main" id="{C95311F9-8BE7-4593-70BC-BAC63E55816B}"/>
              </a:ext>
            </a:extLst>
          </p:cNvPr>
          <p:cNvSpPr/>
          <p:nvPr/>
        </p:nvSpPr>
        <p:spPr>
          <a:xfrm>
            <a:off x="4776915" y="3285776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Multiplication Sign 26">
            <a:extLst>
              <a:ext uri="{FF2B5EF4-FFF2-40B4-BE49-F238E27FC236}">
                <a16:creationId xmlns:a16="http://schemas.microsoft.com/office/drawing/2014/main" id="{93CA6CFD-922C-8658-E149-5F5123D64923}"/>
              </a:ext>
            </a:extLst>
          </p:cNvPr>
          <p:cNvSpPr/>
          <p:nvPr/>
        </p:nvSpPr>
        <p:spPr>
          <a:xfrm>
            <a:off x="5559928" y="1910186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9B6B6D-EA7C-2400-31AE-783551F5B223}"/>
              </a:ext>
            </a:extLst>
          </p:cNvPr>
          <p:cNvSpPr txBox="1"/>
          <p:nvPr/>
        </p:nvSpPr>
        <p:spPr>
          <a:xfrm>
            <a:off x="5436610" y="3094377"/>
            <a:ext cx="71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°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C31C53-E8B3-9228-9C3D-C5B5BC8D5C50}"/>
              </a:ext>
            </a:extLst>
          </p:cNvPr>
          <p:cNvSpPr txBox="1"/>
          <p:nvPr/>
        </p:nvSpPr>
        <p:spPr>
          <a:xfrm>
            <a:off x="5593111" y="2660936"/>
            <a:ext cx="71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°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AC61E-C6B0-EA68-1A01-B53584D63666}"/>
              </a:ext>
            </a:extLst>
          </p:cNvPr>
          <p:cNvSpPr txBox="1"/>
          <p:nvPr/>
        </p:nvSpPr>
        <p:spPr>
          <a:xfrm>
            <a:off x="6053705" y="2387084"/>
            <a:ext cx="71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°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3E8D73-C48E-7413-DACE-C731E65E6D78}"/>
              </a:ext>
            </a:extLst>
          </p:cNvPr>
          <p:cNvSpPr txBox="1"/>
          <p:nvPr/>
        </p:nvSpPr>
        <p:spPr>
          <a:xfrm>
            <a:off x="1320246" y="3965701"/>
            <a:ext cx="71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L/3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AFF2BE-A0DB-83E1-50B4-A6B90B1390BB}"/>
              </a:ext>
            </a:extLst>
          </p:cNvPr>
          <p:cNvSpPr txBox="1"/>
          <p:nvPr/>
        </p:nvSpPr>
        <p:spPr>
          <a:xfrm>
            <a:off x="1870212" y="3965701"/>
            <a:ext cx="71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L/3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EB742E-20F8-F9F1-D0D8-19F8B87200F1}"/>
              </a:ext>
            </a:extLst>
          </p:cNvPr>
          <p:cNvSpPr txBox="1"/>
          <p:nvPr/>
        </p:nvSpPr>
        <p:spPr>
          <a:xfrm>
            <a:off x="2395390" y="3965701"/>
            <a:ext cx="71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L/3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A70AF2-B36F-021D-AEE9-1679FF17A9ED}"/>
              </a:ext>
            </a:extLst>
          </p:cNvPr>
          <p:cNvSpPr txBox="1"/>
          <p:nvPr/>
        </p:nvSpPr>
        <p:spPr>
          <a:xfrm>
            <a:off x="1893238" y="1254302"/>
            <a:ext cx="71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L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08DB25D-CE02-2173-06E1-EEE0A0B3E29A}"/>
              </a:ext>
            </a:extLst>
          </p:cNvPr>
          <p:cNvCxnSpPr>
            <a:cxnSpLocks/>
          </p:cNvCxnSpPr>
          <p:nvPr/>
        </p:nvCxnSpPr>
        <p:spPr>
          <a:xfrm flipV="1">
            <a:off x="1316919" y="1686428"/>
            <a:ext cx="1533584" cy="78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6575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290B1-44C1-1776-DA97-1F2D97909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98D064-E38F-2350-C034-784EE921A6F2}"/>
              </a:ext>
            </a:extLst>
          </p:cNvPr>
          <p:cNvSpPr txBox="1"/>
          <p:nvPr/>
        </p:nvSpPr>
        <p:spPr>
          <a:xfrm>
            <a:off x="148385" y="89790"/>
            <a:ext cx="7990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/>
              <a:t>AUXILIARY PROJECTION – </a:t>
            </a:r>
            <a:r>
              <a:rPr lang="en-SG" sz="2000" b="1">
                <a:solidFill>
                  <a:srgbClr val="FF0000"/>
                </a:solidFill>
              </a:rPr>
              <a:t>FURTHEST POINTS</a:t>
            </a:r>
            <a:endParaRPr lang="en-SG" sz="1600">
              <a:solidFill>
                <a:srgbClr val="FF0000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D82855-0258-8D86-1B62-EE2111BF72C5}"/>
              </a:ext>
            </a:extLst>
          </p:cNvPr>
          <p:cNvSpPr/>
          <p:nvPr/>
        </p:nvSpPr>
        <p:spPr>
          <a:xfrm>
            <a:off x="1627726" y="1245631"/>
            <a:ext cx="2336268" cy="233626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2F3A830-CF9C-F1E1-AD35-3EC24C6EBAFF}"/>
              </a:ext>
            </a:extLst>
          </p:cNvPr>
          <p:cNvCxnSpPr>
            <a:cxnSpLocks/>
          </p:cNvCxnSpPr>
          <p:nvPr/>
        </p:nvCxnSpPr>
        <p:spPr>
          <a:xfrm flipV="1">
            <a:off x="311183" y="3143399"/>
            <a:ext cx="1077173" cy="4940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AAF58C-36BE-04EE-3B04-13A38B235936}"/>
              </a:ext>
            </a:extLst>
          </p:cNvPr>
          <p:cNvCxnSpPr>
            <a:cxnSpLocks/>
          </p:cNvCxnSpPr>
          <p:nvPr/>
        </p:nvCxnSpPr>
        <p:spPr>
          <a:xfrm flipV="1">
            <a:off x="560130" y="509948"/>
            <a:ext cx="3483414" cy="16334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D79DF2A-B103-921B-4BDE-E16FDDE1E455}"/>
              </a:ext>
            </a:extLst>
          </p:cNvPr>
          <p:cNvCxnSpPr>
            <a:cxnSpLocks/>
          </p:cNvCxnSpPr>
          <p:nvPr/>
        </p:nvCxnSpPr>
        <p:spPr>
          <a:xfrm flipV="1">
            <a:off x="1627726" y="2629983"/>
            <a:ext cx="3483414" cy="16334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4E4948D-1DB3-2E86-66F7-DA40CC47DCEE}"/>
              </a:ext>
            </a:extLst>
          </p:cNvPr>
          <p:cNvCxnSpPr/>
          <p:nvPr/>
        </p:nvCxnSpPr>
        <p:spPr>
          <a:xfrm flipH="1" flipV="1">
            <a:off x="1838373" y="509948"/>
            <a:ext cx="1914974" cy="381789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69DD0173-AE5E-07DC-B873-6B1B7EBA1A4A}"/>
              </a:ext>
            </a:extLst>
          </p:cNvPr>
          <p:cNvSpPr/>
          <p:nvPr/>
        </p:nvSpPr>
        <p:spPr>
          <a:xfrm>
            <a:off x="2630693" y="2248598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1659FCF-F2CE-1403-81B0-90F91A78EF76}"/>
              </a:ext>
            </a:extLst>
          </p:cNvPr>
          <p:cNvSpPr/>
          <p:nvPr/>
        </p:nvSpPr>
        <p:spPr>
          <a:xfrm>
            <a:off x="2133597" y="1219504"/>
            <a:ext cx="278369" cy="27836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4360541-FC93-2364-BB51-48E5C9435504}"/>
              </a:ext>
            </a:extLst>
          </p:cNvPr>
          <p:cNvSpPr/>
          <p:nvPr/>
        </p:nvSpPr>
        <p:spPr>
          <a:xfrm>
            <a:off x="3174275" y="3313926"/>
            <a:ext cx="278369" cy="27836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C5D8610-1BAA-D542-A6AB-18C7A72BD585}"/>
              </a:ext>
            </a:extLst>
          </p:cNvPr>
          <p:cNvCxnSpPr>
            <a:cxnSpLocks/>
          </p:cNvCxnSpPr>
          <p:nvPr/>
        </p:nvCxnSpPr>
        <p:spPr>
          <a:xfrm flipV="1">
            <a:off x="2990394" y="1435100"/>
            <a:ext cx="2110064" cy="1392204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5AC9D70-0CF4-DA4F-18DB-EB2ABC3D90D0}"/>
              </a:ext>
            </a:extLst>
          </p:cNvPr>
          <p:cNvSpPr txBox="1"/>
          <p:nvPr/>
        </p:nvSpPr>
        <p:spPr>
          <a:xfrm>
            <a:off x="5129826" y="834935"/>
            <a:ext cx="34834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/>
                </a:solidFill>
              </a:rPr>
              <a:t>Generally: draw a line to connect  furthest points (visible – solid; invisible </a:t>
            </a:r>
            <a:r>
              <a:rPr lang="en-US" altLang="zh-CN">
                <a:solidFill>
                  <a:schemeClr val="accent3"/>
                </a:solidFill>
              </a:rPr>
              <a:t>–</a:t>
            </a:r>
            <a:r>
              <a:rPr lang="en-US">
                <a:solidFill>
                  <a:schemeClr val="accent3"/>
                </a:solidFill>
              </a:rPr>
              <a:t> dashed).</a:t>
            </a:r>
          </a:p>
        </p:txBody>
      </p:sp>
    </p:spTree>
    <p:extLst>
      <p:ext uri="{BB962C8B-B14F-4D97-AF65-F5344CB8AC3E}">
        <p14:creationId xmlns:p14="http://schemas.microsoft.com/office/powerpoint/2010/main" val="1696387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E5ED8-4CF0-C212-CEC8-2C87E219E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3E323C-E682-ACE4-370D-D0433940D02A}"/>
              </a:ext>
            </a:extLst>
          </p:cNvPr>
          <p:cNvSpPr txBox="1"/>
          <p:nvPr/>
        </p:nvSpPr>
        <p:spPr>
          <a:xfrm>
            <a:off x="148385" y="89790"/>
            <a:ext cx="7990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/>
              <a:t>AUXILIARY PROJECTION – </a:t>
            </a:r>
            <a:r>
              <a:rPr lang="en-US" altLang="zh-CN" sz="2000" b="1" dirty="0">
                <a:solidFill>
                  <a:srgbClr val="FF0000"/>
                </a:solidFill>
              </a:rPr>
              <a:t>SPLINE FIT (Auxiliary Projection for curves)</a:t>
            </a:r>
            <a:endParaRPr lang="en-SG" sz="1600" dirty="0">
              <a:solidFill>
                <a:srgbClr val="FF0000"/>
              </a:solidFill>
            </a:endParaRPr>
          </a:p>
        </p:txBody>
      </p:sp>
      <p:pic>
        <p:nvPicPr>
          <p:cNvPr id="10" name="20260912-0641-23.7451032">
            <a:hlinkClick r:id="" action="ppaction://media"/>
            <a:extLst>
              <a:ext uri="{FF2B5EF4-FFF2-40B4-BE49-F238E27FC236}">
                <a16:creationId xmlns:a16="http://schemas.microsoft.com/office/drawing/2014/main" id="{EABB9022-81AC-66E2-AB4D-59C475C5DA3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04145" y="821522"/>
            <a:ext cx="7834494" cy="40274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9C3E2E-5070-BE4B-2A01-6A0ADDEB3F38}"/>
              </a:ext>
            </a:extLst>
          </p:cNvPr>
          <p:cNvSpPr txBox="1"/>
          <p:nvPr/>
        </p:nvSpPr>
        <p:spPr>
          <a:xfrm>
            <a:off x="148385" y="360314"/>
            <a:ext cx="7494402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‘Draw’ &gt; ‘</a:t>
            </a:r>
            <a:r>
              <a:rPr lang="en-US" sz="2000" b="1" dirty="0">
                <a:solidFill>
                  <a:srgbClr val="FF0000"/>
                </a:solidFill>
                <a:latin typeface="Calibri"/>
              </a:rPr>
              <a:t>Spline Fit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’: </a:t>
            </a:r>
            <a:r>
              <a:rPr kumimoji="0" lang="en-US" sz="20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smooth curve fitted to defined points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1271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09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94ADF-B124-0EFE-0834-2667007AE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AA34E1-766F-CAD8-2A2B-C5FDE63BA2B0}"/>
              </a:ext>
            </a:extLst>
          </p:cNvPr>
          <p:cNvSpPr txBox="1"/>
          <p:nvPr/>
        </p:nvSpPr>
        <p:spPr>
          <a:xfrm>
            <a:off x="148385" y="89790"/>
            <a:ext cx="7990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/>
              <a:t>AUXILIARY PROJECTION – </a:t>
            </a:r>
            <a:r>
              <a:rPr lang="en-SG" sz="2000" b="1">
                <a:solidFill>
                  <a:srgbClr val="FF0000"/>
                </a:solidFill>
              </a:rPr>
              <a:t>EDGE OF COLUMNS</a:t>
            </a:r>
            <a:endParaRPr lang="en-SG" sz="160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 Model 2" descr="Light Gray Tube">
                <a:extLst>
                  <a:ext uri="{FF2B5EF4-FFF2-40B4-BE49-F238E27FC236}">
                    <a16:creationId xmlns:a16="http://schemas.microsoft.com/office/drawing/2014/main" id="{D73C5224-5B84-E288-0E79-EC91E877399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72933558"/>
                  </p:ext>
                </p:extLst>
              </p:nvPr>
            </p:nvGraphicFramePr>
            <p:xfrm>
              <a:off x="668282" y="976430"/>
              <a:ext cx="2263584" cy="3458734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263584" cy="3458734"/>
                    </a:xfrm>
                    <a:prstGeom prst="rect">
                      <a:avLst/>
                    </a:prstGeom>
                  </am3d:spPr>
                  <am3d:camera>
                    <am3d:pos x="0" y="0" z="6278280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59681" d="1000000"/>
                    <am3d:preTrans dx="22" dy="-18000000" dz="6"/>
                    <am3d:scale>
                      <am3d:sx n="1000000" d="1000000"/>
                      <am3d:sy n="1000000" d="1000000"/>
                      <am3d:sz n="1000000" d="1000000"/>
                    </am3d:scale>
                    <am3d:rot ax="2938419" ay="-73858" az="-84867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395651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 Model 2" descr="Light Gray Tube">
                <a:extLst>
                  <a:ext uri="{FF2B5EF4-FFF2-40B4-BE49-F238E27FC236}">
                    <a16:creationId xmlns:a16="http://schemas.microsoft.com/office/drawing/2014/main" id="{D73C5224-5B84-E288-0E79-EC91E877399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8282" y="976430"/>
                <a:ext cx="2263584" cy="345873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AB7D0895-A145-F1F5-0BE9-5B79ADF6C33A}"/>
              </a:ext>
            </a:extLst>
          </p:cNvPr>
          <p:cNvSpPr/>
          <p:nvPr/>
        </p:nvSpPr>
        <p:spPr>
          <a:xfrm>
            <a:off x="5332404" y="1120260"/>
            <a:ext cx="1398729" cy="306395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BBB03F-4DAE-1E43-09C9-A2134B8268E0}"/>
              </a:ext>
            </a:extLst>
          </p:cNvPr>
          <p:cNvSpPr/>
          <p:nvPr/>
        </p:nvSpPr>
        <p:spPr>
          <a:xfrm>
            <a:off x="4931058" y="1120260"/>
            <a:ext cx="2263584" cy="306395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250FD2-B05E-48FA-F892-DE41438FADDA}"/>
              </a:ext>
            </a:extLst>
          </p:cNvPr>
          <p:cNvSpPr txBox="1"/>
          <p:nvPr/>
        </p:nvSpPr>
        <p:spPr>
          <a:xfrm>
            <a:off x="5512201" y="89790"/>
            <a:ext cx="34834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/>
                </a:solidFill>
              </a:rPr>
              <a:t>Generally: draw a line to connect  furthest points (visible </a:t>
            </a:r>
            <a:r>
              <a:rPr lang="en-US" altLang="zh-CN">
                <a:solidFill>
                  <a:schemeClr val="accent3"/>
                </a:solidFill>
              </a:rPr>
              <a:t>–</a:t>
            </a:r>
            <a:r>
              <a:rPr lang="en-US">
                <a:solidFill>
                  <a:schemeClr val="accent3"/>
                </a:solidFill>
              </a:rPr>
              <a:t> solid; invisible </a:t>
            </a:r>
            <a:r>
              <a:rPr lang="en-US" altLang="zh-CN">
                <a:solidFill>
                  <a:schemeClr val="accent3"/>
                </a:solidFill>
              </a:rPr>
              <a:t>–</a:t>
            </a:r>
            <a:r>
              <a:rPr lang="en-US">
                <a:solidFill>
                  <a:schemeClr val="accent3"/>
                </a:solidFill>
              </a:rPr>
              <a:t> dashed).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D3F19F3-28F9-748E-DBBE-C9A6117C9C74}"/>
              </a:ext>
            </a:extLst>
          </p:cNvPr>
          <p:cNvGrpSpPr/>
          <p:nvPr/>
        </p:nvGrpSpPr>
        <p:grpSpPr>
          <a:xfrm>
            <a:off x="2636215" y="2583032"/>
            <a:ext cx="2495516" cy="936714"/>
            <a:chOff x="2543533" y="2927350"/>
            <a:chExt cx="2495516" cy="936714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407DF26-A9BE-1A8D-F43D-3F811F5A04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73752" y="3168650"/>
              <a:ext cx="1345798" cy="29988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765E73B-B4BB-30F6-6BC7-518814BF7B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3533" y="2927350"/>
              <a:ext cx="196625" cy="86360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D80F89B-9BA2-5100-933D-D342BD11C5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0109" y="3187700"/>
              <a:ext cx="21352" cy="127000"/>
            </a:xfrm>
            <a:prstGeom prst="line">
              <a:avLst/>
            </a:prstGeom>
            <a:ln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378AAC8-A36C-637D-3649-D124C639BA1E}"/>
                </a:ext>
              </a:extLst>
            </p:cNvPr>
            <p:cNvCxnSpPr>
              <a:cxnSpLocks/>
            </p:cNvCxnSpPr>
            <p:nvPr/>
          </p:nvCxnSpPr>
          <p:spPr>
            <a:xfrm>
              <a:off x="2673752" y="3302000"/>
              <a:ext cx="116357" cy="25400"/>
            </a:xfrm>
            <a:prstGeom prst="line">
              <a:avLst/>
            </a:prstGeom>
            <a:ln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95EDEC1-0E9C-7AAB-346D-E4D3A4575284}"/>
                </a:ext>
              </a:extLst>
            </p:cNvPr>
            <p:cNvSpPr txBox="1"/>
            <p:nvPr/>
          </p:nvSpPr>
          <p:spPr>
            <a:xfrm>
              <a:off x="2641532" y="3283866"/>
              <a:ext cx="723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solidFill>
                    <a:srgbClr val="4F81BD"/>
                  </a:solidFill>
                </a:rPr>
                <a:t>90</a:t>
              </a:r>
              <a:r>
                <a:rPr lang="en-US" altLang="zh-CN">
                  <a:solidFill>
                    <a:srgbClr val="4F81BD"/>
                  </a:solidFill>
                </a:rPr>
                <a:t>°</a:t>
              </a:r>
              <a:endParaRPr lang="en-GB">
                <a:solidFill>
                  <a:srgbClr val="4F81BD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6450856-4DCA-CCD4-7E51-5CFE54C76F85}"/>
                </a:ext>
              </a:extLst>
            </p:cNvPr>
            <p:cNvSpPr txBox="1"/>
            <p:nvPr/>
          </p:nvSpPr>
          <p:spPr>
            <a:xfrm>
              <a:off x="3365432" y="3494732"/>
              <a:ext cx="16736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rgbClr val="4F81BD"/>
                  </a:solidFill>
                </a:rPr>
                <a:t>View direction</a:t>
              </a:r>
              <a:endParaRPr lang="en-GB">
                <a:solidFill>
                  <a:srgbClr val="4F81BD"/>
                </a:solidFill>
              </a:endParaRPr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1981CBD8-0D58-42FE-5A5E-8970AC8378A6}"/>
              </a:ext>
            </a:extLst>
          </p:cNvPr>
          <p:cNvSpPr/>
          <p:nvPr/>
        </p:nvSpPr>
        <p:spPr>
          <a:xfrm>
            <a:off x="1114274" y="1206500"/>
            <a:ext cx="1371600" cy="8255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6B2F08-DF9E-45D5-ADC0-B780BBBD2850}"/>
              </a:ext>
            </a:extLst>
          </p:cNvPr>
          <p:cNvSpPr txBox="1"/>
          <p:nvPr/>
        </p:nvSpPr>
        <p:spPr>
          <a:xfrm>
            <a:off x="3216033" y="620262"/>
            <a:ext cx="1673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Inner surface (invisible)</a:t>
            </a:r>
            <a:endParaRPr lang="en-GB" dirty="0">
              <a:solidFill>
                <a:srgbClr val="FF0000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7EE38E5-BB07-BFA8-588B-74449C4E5CA7}"/>
              </a:ext>
            </a:extLst>
          </p:cNvPr>
          <p:cNvCxnSpPr>
            <a:cxnSpLocks/>
          </p:cNvCxnSpPr>
          <p:nvPr/>
        </p:nvCxnSpPr>
        <p:spPr>
          <a:xfrm flipV="1">
            <a:off x="2487355" y="925578"/>
            <a:ext cx="782895" cy="6298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11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AAC96-4092-04D2-CAC0-1A6886B3C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 Model 2" descr="Light Gray Cuboid">
                <a:extLst>
                  <a:ext uri="{FF2B5EF4-FFF2-40B4-BE49-F238E27FC236}">
                    <a16:creationId xmlns:a16="http://schemas.microsoft.com/office/drawing/2014/main" id="{05FBEEB2-15F8-1C2E-7BEE-8B24F94288C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68555841"/>
                  </p:ext>
                </p:extLst>
              </p:nvPr>
            </p:nvGraphicFramePr>
            <p:xfrm>
              <a:off x="603435" y="826568"/>
              <a:ext cx="3886955" cy="2312649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886955" cy="2312649"/>
                    </a:xfrm>
                    <a:prstGeom prst="rect">
                      <a:avLst/>
                    </a:prstGeom>
                  </am3d:spPr>
                  <am3d:camera>
                    <am3d:pos x="0" y="0" z="5766445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361393" d="1000000"/>
                    <am3d:preTrans dx="0" dy="-649360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53566" ay="-1874177" az="-236207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06399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 Model 2" descr="Light Gray Cuboid">
                <a:extLst>
                  <a:ext uri="{FF2B5EF4-FFF2-40B4-BE49-F238E27FC236}">
                    <a16:creationId xmlns:a16="http://schemas.microsoft.com/office/drawing/2014/main" id="{05FBEEB2-15F8-1C2E-7BEE-8B24F94288C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3435" y="826568"/>
                <a:ext cx="3886955" cy="2312649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205F48E-ACDB-F8DF-E388-225FB1A4C0E8}"/>
              </a:ext>
            </a:extLst>
          </p:cNvPr>
          <p:cNvSpPr/>
          <p:nvPr/>
        </p:nvSpPr>
        <p:spPr>
          <a:xfrm>
            <a:off x="5118565" y="1090636"/>
            <a:ext cx="1354844" cy="9718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7FC292-D588-ACA1-D17A-1E0DAE1199EF}"/>
              </a:ext>
            </a:extLst>
          </p:cNvPr>
          <p:cNvSpPr/>
          <p:nvPr/>
        </p:nvSpPr>
        <p:spPr>
          <a:xfrm>
            <a:off x="6036955" y="1090636"/>
            <a:ext cx="1354844" cy="9718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6054F42-76EE-C78D-1AE8-495634FB2CB8}"/>
              </a:ext>
            </a:extLst>
          </p:cNvPr>
          <p:cNvCxnSpPr/>
          <p:nvPr/>
        </p:nvCxnSpPr>
        <p:spPr>
          <a:xfrm>
            <a:off x="6473409" y="1090636"/>
            <a:ext cx="0" cy="971849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35C9B04-94BA-3D8A-EC8F-6A0507DE0D85}"/>
              </a:ext>
            </a:extLst>
          </p:cNvPr>
          <p:cNvSpPr/>
          <p:nvPr/>
        </p:nvSpPr>
        <p:spPr>
          <a:xfrm>
            <a:off x="5156865" y="2571750"/>
            <a:ext cx="1354844" cy="9718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19BB53-0CBD-92AA-0E0F-3B1DD28ABFD8}"/>
              </a:ext>
            </a:extLst>
          </p:cNvPr>
          <p:cNvSpPr/>
          <p:nvPr/>
        </p:nvSpPr>
        <p:spPr>
          <a:xfrm>
            <a:off x="6272337" y="2571750"/>
            <a:ext cx="1069193" cy="9718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449879-EDFB-BC08-5C98-6D3E382960BD}"/>
              </a:ext>
            </a:extLst>
          </p:cNvPr>
          <p:cNvSpPr txBox="1"/>
          <p:nvPr/>
        </p:nvSpPr>
        <p:spPr>
          <a:xfrm>
            <a:off x="148385" y="89790"/>
            <a:ext cx="7990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/>
              <a:t>AUXILIARY PROJECTION – </a:t>
            </a:r>
            <a:r>
              <a:rPr lang="en-SG" sz="2000" b="1">
                <a:solidFill>
                  <a:srgbClr val="FF0000"/>
                </a:solidFill>
              </a:rPr>
              <a:t>HIDDEN LINES</a:t>
            </a:r>
            <a:endParaRPr lang="en-SG" sz="160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8C60C9-D239-51F0-B1E7-52E4964F91F8}"/>
              </a:ext>
            </a:extLst>
          </p:cNvPr>
          <p:cNvSpPr txBox="1"/>
          <p:nvPr/>
        </p:nvSpPr>
        <p:spPr>
          <a:xfrm>
            <a:off x="504509" y="3646919"/>
            <a:ext cx="8499226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When a hidden line coincide with a solid line, only keep the SOLID line.</a:t>
            </a:r>
          </a:p>
        </p:txBody>
      </p:sp>
    </p:spTree>
    <p:extLst>
      <p:ext uri="{BB962C8B-B14F-4D97-AF65-F5344CB8AC3E}">
        <p14:creationId xmlns:p14="http://schemas.microsoft.com/office/powerpoint/2010/main" val="2102464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EA145-50D0-DAF2-D72C-EDFBA64C6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6E01C3C-149B-12FF-25D2-174AEAF9CD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3852"/>
          <a:stretch>
            <a:fillRect/>
          </a:stretch>
        </p:blipFill>
        <p:spPr>
          <a:xfrm>
            <a:off x="234949" y="1947211"/>
            <a:ext cx="9451349" cy="25804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B92616-971D-3119-F77D-009CA075F040}"/>
              </a:ext>
            </a:extLst>
          </p:cNvPr>
          <p:cNvSpPr txBox="1"/>
          <p:nvPr/>
        </p:nvSpPr>
        <p:spPr>
          <a:xfrm>
            <a:off x="148385" y="89790"/>
            <a:ext cx="7990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AUXILIARY PROJECTION – </a:t>
            </a:r>
            <a:r>
              <a:rPr kumimoji="0" lang="en-SG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HIDDEN LINES</a:t>
            </a:r>
            <a:endParaRPr kumimoji="0" lang="en-SG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D6B0F-D259-4366-2CA3-2F6575998E92}"/>
              </a:ext>
            </a:extLst>
          </p:cNvPr>
          <p:cNvSpPr txBox="1"/>
          <p:nvPr/>
        </p:nvSpPr>
        <p:spPr>
          <a:xfrm>
            <a:off x="148385" y="517589"/>
            <a:ext cx="8383463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Visible lines/curves, use solid lines/curves;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Hidden lines/curves, use dashed lines/curves.</a:t>
            </a:r>
          </a:p>
          <a:p>
            <a:pPr lvl="0">
              <a:lnSpc>
                <a:spcPct val="150000"/>
              </a:lnSpc>
            </a:pPr>
            <a:r>
              <a:rPr lang="en-US" sz="2000" b="1" dirty="0"/>
              <a:t>‘Layer Properties’ &gt; Change layer to ‘HID’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CE6E49-D3AE-E638-F4FA-5AD9678A6F28}"/>
              </a:ext>
            </a:extLst>
          </p:cNvPr>
          <p:cNvSpPr/>
          <p:nvPr/>
        </p:nvSpPr>
        <p:spPr>
          <a:xfrm>
            <a:off x="4063613" y="2180907"/>
            <a:ext cx="428488" cy="59785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29DB78-B44C-6E86-A89A-FC332381FBEE}"/>
              </a:ext>
            </a:extLst>
          </p:cNvPr>
          <p:cNvSpPr/>
          <p:nvPr/>
        </p:nvSpPr>
        <p:spPr>
          <a:xfrm>
            <a:off x="3240348" y="3613261"/>
            <a:ext cx="4509857" cy="1331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8242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60EC8-46A6-A6BE-03D2-314A27315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F1DCED-7ADF-640E-B021-D2D8ECFF9DDB}"/>
              </a:ext>
            </a:extLst>
          </p:cNvPr>
          <p:cNvSpPr txBox="1"/>
          <p:nvPr/>
        </p:nvSpPr>
        <p:spPr>
          <a:xfrm>
            <a:off x="148385" y="89790"/>
            <a:ext cx="7990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AUXILIARY PROJECTION – </a:t>
            </a:r>
            <a:r>
              <a:rPr kumimoji="0" lang="en-SG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BREAK AT A POINT</a:t>
            </a:r>
            <a:endParaRPr kumimoji="0" lang="en-SG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307647-8D81-F887-6CC1-E29DF6BAA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00" y="1221124"/>
            <a:ext cx="7142741" cy="281747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7FCA6C2-FA37-68DC-26DF-EC63D7420C89}"/>
              </a:ext>
            </a:extLst>
          </p:cNvPr>
          <p:cNvCxnSpPr>
            <a:cxnSpLocks/>
          </p:cNvCxnSpPr>
          <p:nvPr/>
        </p:nvCxnSpPr>
        <p:spPr>
          <a:xfrm>
            <a:off x="2622550" y="1044758"/>
            <a:ext cx="707759" cy="20413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6EDDAEF-1D9F-33C9-67AA-616A6317CF73}"/>
              </a:ext>
            </a:extLst>
          </p:cNvPr>
          <p:cNvSpPr txBox="1"/>
          <p:nvPr/>
        </p:nvSpPr>
        <p:spPr>
          <a:xfrm>
            <a:off x="148385" y="514183"/>
            <a:ext cx="7494402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‘Modify’ &gt; ‘Break at a point’: break the line into 2 parts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9B205C7-8407-A412-1DBC-878877AA367D}"/>
              </a:ext>
            </a:extLst>
          </p:cNvPr>
          <p:cNvSpPr/>
          <p:nvPr/>
        </p:nvSpPr>
        <p:spPr>
          <a:xfrm>
            <a:off x="3187700" y="3086100"/>
            <a:ext cx="304800" cy="21951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8682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2EC20-F50F-3816-546D-274770E41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92D702-93DA-FC5F-A41D-7EC1493D817F}"/>
              </a:ext>
            </a:extLst>
          </p:cNvPr>
          <p:cNvSpPr txBox="1"/>
          <p:nvPr/>
        </p:nvSpPr>
        <p:spPr>
          <a:xfrm>
            <a:off x="148384" y="89790"/>
            <a:ext cx="88891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AUXILIARY PROJECTION – </a:t>
            </a:r>
            <a:r>
              <a:rPr kumimoji="0" lang="en-SG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HIDDEN LINES &amp; BREAK AT A POINT – EXAMPLE - Video</a:t>
            </a:r>
            <a:endParaRPr kumimoji="0" lang="en-SG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Screen Recording 2026-07-24 151329">
            <a:hlinkClick r:id="" action="ppaction://media"/>
            <a:extLst>
              <a:ext uri="{FF2B5EF4-FFF2-40B4-BE49-F238E27FC236}">
                <a16:creationId xmlns:a16="http://schemas.microsoft.com/office/drawing/2014/main" id="{B93C5EE0-D9D2-851C-1E22-B1222C826FB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47338" y="1011758"/>
            <a:ext cx="8444997" cy="380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301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66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C7EC1-7D29-D5F7-71F5-27A02D00F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294997-447B-BC44-E9A3-9612B9B981CA}"/>
              </a:ext>
            </a:extLst>
          </p:cNvPr>
          <p:cNvSpPr txBox="1"/>
          <p:nvPr/>
        </p:nvSpPr>
        <p:spPr>
          <a:xfrm>
            <a:off x="148385" y="89790"/>
            <a:ext cx="6491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/>
              <a:t>WEEK 6 – Prepare for Quiz 1</a:t>
            </a:r>
            <a:endParaRPr lang="en-SG" sz="160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7965FB-E4E5-0028-615F-E8E22B07C56B}"/>
              </a:ext>
            </a:extLst>
          </p:cNvPr>
          <p:cNvSpPr txBox="1"/>
          <p:nvPr/>
        </p:nvSpPr>
        <p:spPr>
          <a:xfrm>
            <a:off x="196278" y="745759"/>
            <a:ext cx="803413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rgbClr val="FF0000"/>
                </a:solidFill>
              </a:rPr>
              <a:t>Scope: Auxiliary Projection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b="1" dirty="0"/>
              <a:t>Review: E9-E14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2223594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8DEF8-8DBA-BE42-D580-9881A2E9F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8ABBEF-A094-1DDD-03EA-8DB9910EA876}"/>
              </a:ext>
            </a:extLst>
          </p:cNvPr>
          <p:cNvSpPr txBox="1"/>
          <p:nvPr/>
        </p:nvSpPr>
        <p:spPr>
          <a:xfrm>
            <a:off x="148385" y="89790"/>
            <a:ext cx="6491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/>
              <a:t>WEEK 6 – Prepare for Quiz 1</a:t>
            </a:r>
            <a:endParaRPr lang="en-SG" sz="160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55FE65-F12D-32CE-86D5-21C481D65DDD}"/>
              </a:ext>
            </a:extLst>
          </p:cNvPr>
          <p:cNvSpPr txBox="1"/>
          <p:nvPr/>
        </p:nvSpPr>
        <p:spPr>
          <a:xfrm>
            <a:off x="148385" y="541521"/>
            <a:ext cx="803413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To capture nodes in the line/curve</a:t>
            </a:r>
          </a:p>
          <a:p>
            <a:r>
              <a:rPr lang="en-GB" sz="2400" b="1" dirty="0">
                <a:solidFill>
                  <a:srgbClr val="FF0000"/>
                </a:solidFill>
              </a:rPr>
              <a:t>‘Object snap mode’ </a:t>
            </a:r>
            <a:r>
              <a:rPr lang="en-GB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&gt;</a:t>
            </a:r>
            <a:r>
              <a:rPr lang="en-GB" sz="2400" b="1" dirty="0">
                <a:solidFill>
                  <a:srgbClr val="FF0000"/>
                </a:solidFill>
              </a:rPr>
              <a:t> Select ‘Node’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SG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53CC1A-F9E4-DC74-2627-02E2C1529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0300" y="1463442"/>
            <a:ext cx="4318900" cy="31385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6381190-D5F0-8D02-CB78-5A795DCCB89A}"/>
              </a:ext>
            </a:extLst>
          </p:cNvPr>
          <p:cNvSpPr/>
          <p:nvPr/>
        </p:nvSpPr>
        <p:spPr>
          <a:xfrm>
            <a:off x="4032353" y="4382751"/>
            <a:ext cx="284813" cy="292309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CD2851-40C5-E59D-0E5C-81BD427155C7}"/>
              </a:ext>
            </a:extLst>
          </p:cNvPr>
          <p:cNvSpPr/>
          <p:nvPr/>
        </p:nvSpPr>
        <p:spPr>
          <a:xfrm>
            <a:off x="4047344" y="2519285"/>
            <a:ext cx="1326630" cy="2195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42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6CEBD-9639-351B-0A62-32F5E968E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80D842-F672-7140-A492-1BE5B4E3E821}"/>
              </a:ext>
            </a:extLst>
          </p:cNvPr>
          <p:cNvSpPr txBox="1"/>
          <p:nvPr/>
        </p:nvSpPr>
        <p:spPr>
          <a:xfrm>
            <a:off x="148385" y="89790"/>
            <a:ext cx="6491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/>
              <a:t>WEEK 6 – Prepare for Quiz 1</a:t>
            </a:r>
            <a:endParaRPr lang="en-SG" sz="160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C32CF3-AA6C-214E-3C07-F779A44C7843}"/>
              </a:ext>
            </a:extLst>
          </p:cNvPr>
          <p:cNvSpPr txBox="1"/>
          <p:nvPr/>
        </p:nvSpPr>
        <p:spPr>
          <a:xfrm>
            <a:off x="196278" y="745759"/>
            <a:ext cx="80341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SG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QUIZ PAPER (cannot be taken out) – Write down </a:t>
            </a:r>
            <a:r>
              <a:rPr lang="en-US" sz="2000" b="1" dirty="0">
                <a:solidFill>
                  <a:srgbClr val="FF0000"/>
                </a:solidFill>
              </a:rPr>
              <a:t>Name + </a:t>
            </a:r>
            <a:r>
              <a:rPr lang="en-US" sz="2000" b="1" dirty="0" err="1">
                <a:solidFill>
                  <a:srgbClr val="FF0000"/>
                </a:solidFill>
              </a:rPr>
              <a:t>Matr.No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SG" sz="2000" b="1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SG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000" b="1" dirty="0"/>
              <a:t>NO INTERNET CONNECTION, ONLY </a:t>
            </a:r>
            <a:r>
              <a:rPr lang="en-SG" sz="2000" b="1" dirty="0" err="1"/>
              <a:t>NTULearn</a:t>
            </a:r>
            <a:r>
              <a:rPr lang="en-SG" sz="2000" b="1" dirty="0"/>
              <a:t> Access</a:t>
            </a:r>
            <a:endParaRPr lang="en-SG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SG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000" b="1" dirty="0">
                <a:solidFill>
                  <a:srgbClr val="FF0000"/>
                </a:solidFill>
              </a:rPr>
              <a:t>Files to submit: DWG + PDF</a:t>
            </a:r>
          </a:p>
        </p:txBody>
      </p:sp>
    </p:spTree>
    <p:extLst>
      <p:ext uri="{BB962C8B-B14F-4D97-AF65-F5344CB8AC3E}">
        <p14:creationId xmlns:p14="http://schemas.microsoft.com/office/powerpoint/2010/main" val="658135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41D71-D1A0-071C-CE9B-059E03176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597C1B-3837-051B-6E2E-6E4018DC2087}"/>
              </a:ext>
            </a:extLst>
          </p:cNvPr>
          <p:cNvSpPr txBox="1"/>
          <p:nvPr/>
        </p:nvSpPr>
        <p:spPr>
          <a:xfrm>
            <a:off x="148385" y="89790"/>
            <a:ext cx="6491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/>
              <a:t>WEEK 6 – Prepare for Quiz 1</a:t>
            </a:r>
            <a:endParaRPr lang="en-SG" sz="160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731092-0476-10B1-64E7-AC7B92D56AB4}"/>
              </a:ext>
            </a:extLst>
          </p:cNvPr>
          <p:cNvSpPr txBox="1"/>
          <p:nvPr/>
        </p:nvSpPr>
        <p:spPr>
          <a:xfrm>
            <a:off x="196278" y="745759"/>
            <a:ext cx="803413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buFont typeface="Arial" panose="020B0604020202020204" pitchFamily="34" charset="0"/>
              <a:buChar char="•"/>
            </a:pPr>
            <a:r>
              <a:rPr lang="en-SG" sz="2000" b="1" dirty="0"/>
              <a:t>Export </a:t>
            </a:r>
            <a:r>
              <a:rPr lang="en-SG" sz="2000" b="1" dirty="0">
                <a:solidFill>
                  <a:srgbClr val="FF0000"/>
                </a:solidFill>
              </a:rPr>
              <a:t>DWG</a:t>
            </a:r>
            <a:r>
              <a:rPr lang="en-SG" sz="2000" b="1" dirty="0"/>
              <a:t>: </a:t>
            </a:r>
          </a:p>
          <a:p>
            <a:pPr marL="358775"/>
            <a:endParaRPr lang="en-US" sz="2000" b="1" dirty="0"/>
          </a:p>
          <a:p>
            <a:pPr marL="358775"/>
            <a:r>
              <a:rPr lang="en-US" sz="2000" b="1" dirty="0"/>
              <a:t>‘FILE’ (i.e. </a:t>
            </a:r>
            <a:r>
              <a:rPr lang="en-US" sz="2000" b="1" dirty="0" err="1"/>
              <a:t>Autocad</a:t>
            </a:r>
            <a:r>
              <a:rPr lang="en-US" sz="2000" b="1" dirty="0"/>
              <a:t> icon) &gt; ‘Save As’ &gt; ’.dwg’</a:t>
            </a:r>
          </a:p>
          <a:p>
            <a:endParaRPr lang="en-US" sz="2000" b="1" dirty="0"/>
          </a:p>
          <a:p>
            <a:pPr marL="358775" indent="-358775">
              <a:buFont typeface="Arial" panose="020B0604020202020204" pitchFamily="34" charset="0"/>
              <a:buChar char="•"/>
            </a:pPr>
            <a:r>
              <a:rPr lang="en-US" sz="2000" b="1" dirty="0"/>
              <a:t>Export </a:t>
            </a:r>
            <a:r>
              <a:rPr lang="en-US" sz="2000" b="1" dirty="0">
                <a:solidFill>
                  <a:srgbClr val="FF0000"/>
                </a:solidFill>
              </a:rPr>
              <a:t>PDF</a:t>
            </a:r>
            <a:r>
              <a:rPr lang="en-US" sz="2000" b="1" dirty="0"/>
              <a:t>: </a:t>
            </a:r>
          </a:p>
          <a:p>
            <a:pPr marL="358775"/>
            <a:endParaRPr lang="en-US" sz="2000" b="1" dirty="0"/>
          </a:p>
          <a:p>
            <a:pPr marL="358775"/>
            <a:r>
              <a:rPr lang="en-US" sz="2000" b="1" dirty="0"/>
              <a:t>Type ‘print’ &gt; Select printer ‘Microsoft print to pdf’ &gt; Select paper size ‘A3’ &gt; Choose ‘window’ as plot area &gt; Specify window for printing&gt; ‘Preview’ to check &gt; ‘ESC’ exit preview &gt; ‘OK’ to save PDF file</a:t>
            </a:r>
            <a:endParaRPr lang="en-SG" sz="2000" b="1" dirty="0"/>
          </a:p>
        </p:txBody>
      </p:sp>
    </p:spTree>
    <p:extLst>
      <p:ext uri="{BB962C8B-B14F-4D97-AF65-F5344CB8AC3E}">
        <p14:creationId xmlns:p14="http://schemas.microsoft.com/office/powerpoint/2010/main" val="829585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CFF1C-B219-7CE3-C5AD-86D5A9247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3D149A3-74FC-6CCE-F3C7-E427CDFAE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68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373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C5F5F-4F55-6D63-91AD-1E95354C7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40A00D-FBCC-8DFA-1361-4A8EF3B70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FCDB6A-B378-FF23-C4FF-4EF092E9CD61}"/>
              </a:ext>
            </a:extLst>
          </p:cNvPr>
          <p:cNvSpPr txBox="1"/>
          <p:nvPr/>
        </p:nvSpPr>
        <p:spPr>
          <a:xfrm>
            <a:off x="4257207" y="3480749"/>
            <a:ext cx="2330971" cy="646331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1. Type ‘Print’ &amp; press Enter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0066235-DB2B-1568-9F0B-C8106334EA67}"/>
              </a:ext>
            </a:extLst>
          </p:cNvPr>
          <p:cNvCxnSpPr/>
          <p:nvPr/>
        </p:nvCxnSpPr>
        <p:spPr>
          <a:xfrm flipH="1">
            <a:off x="3485213" y="3879742"/>
            <a:ext cx="771994" cy="4946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9707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2ED89-B4A2-1DED-55E0-77DDE8A78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6C9F8BB-E096-D8DF-90CB-1874E9194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8867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405A2C-715A-6267-DFBA-6993ADFE7046}"/>
              </a:ext>
            </a:extLst>
          </p:cNvPr>
          <p:cNvSpPr txBox="1"/>
          <p:nvPr/>
        </p:nvSpPr>
        <p:spPr>
          <a:xfrm>
            <a:off x="4984229" y="1236689"/>
            <a:ext cx="3117955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2. </a:t>
            </a:r>
            <a:r>
              <a:rPr lang="en-US" altLang="zh-CN" dirty="0">
                <a:solidFill>
                  <a:srgbClr val="FF0000"/>
                </a:solidFill>
              </a:rPr>
              <a:t>Select Microsoft Print to PDF</a:t>
            </a:r>
            <a:endParaRPr lang="en-GB" dirty="0">
              <a:solidFill>
                <a:srgbClr val="FF0000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D40CE24-857C-0F65-2095-0A561CB4AAA2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4122295" y="1421355"/>
            <a:ext cx="861934" cy="4946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A36C018-7A53-B231-4E44-01B4E1162EDF}"/>
              </a:ext>
            </a:extLst>
          </p:cNvPr>
          <p:cNvSpPr txBox="1"/>
          <p:nvPr/>
        </p:nvSpPr>
        <p:spPr>
          <a:xfrm>
            <a:off x="4122296" y="2092164"/>
            <a:ext cx="2600794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3. Choose </a:t>
            </a:r>
            <a:r>
              <a:rPr lang="en-US" altLang="zh-CN" dirty="0">
                <a:solidFill>
                  <a:srgbClr val="FF0000"/>
                </a:solidFill>
              </a:rPr>
              <a:t>Paper size – 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A3</a:t>
            </a:r>
            <a:endParaRPr lang="en-GB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F5C96D3-20F4-09F3-0AAB-EA7F135277F7}"/>
              </a:ext>
            </a:extLst>
          </p:cNvPr>
          <p:cNvCxnSpPr>
            <a:cxnSpLocks/>
          </p:cNvCxnSpPr>
          <p:nvPr/>
        </p:nvCxnSpPr>
        <p:spPr>
          <a:xfrm flipH="1">
            <a:off x="3260361" y="2330772"/>
            <a:ext cx="861934" cy="4407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16FF3E1-4C63-980A-EF6C-2CA6941FC1D7}"/>
              </a:ext>
            </a:extLst>
          </p:cNvPr>
          <p:cNvSpPr txBox="1"/>
          <p:nvPr/>
        </p:nvSpPr>
        <p:spPr>
          <a:xfrm>
            <a:off x="149903" y="2443396"/>
            <a:ext cx="2960556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4. </a:t>
            </a:r>
            <a:r>
              <a:rPr lang="en-US" altLang="zh-CN" dirty="0">
                <a:solidFill>
                  <a:srgbClr val="FF0000"/>
                </a:solidFill>
              </a:rPr>
              <a:t>Select Plot Area – Window</a:t>
            </a:r>
            <a:endParaRPr lang="en-GB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490A4D8-E857-B5B4-D61C-F230CFD4DC06}"/>
              </a:ext>
            </a:extLst>
          </p:cNvPr>
          <p:cNvCxnSpPr>
            <a:cxnSpLocks/>
          </p:cNvCxnSpPr>
          <p:nvPr/>
        </p:nvCxnSpPr>
        <p:spPr>
          <a:xfrm>
            <a:off x="2724462" y="2812728"/>
            <a:ext cx="303551" cy="3127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54ADB6C-5AA3-818D-4321-E8B086FE58FC}"/>
              </a:ext>
            </a:extLst>
          </p:cNvPr>
          <p:cNvSpPr txBox="1"/>
          <p:nvPr/>
        </p:nvSpPr>
        <p:spPr>
          <a:xfrm>
            <a:off x="4507043" y="2515438"/>
            <a:ext cx="3048000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4F81BD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5. Specify </a:t>
            </a:r>
            <a:r>
              <a:rPr lang="en-US" altLang="zh-CN" dirty="0">
                <a:solidFill>
                  <a:srgbClr val="0070C0"/>
                </a:solidFill>
              </a:rPr>
              <a:t>window for printing</a:t>
            </a:r>
            <a:endParaRPr lang="en-GB" dirty="0">
              <a:solidFill>
                <a:srgbClr val="0070C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F33FA35-095A-F6B3-FA12-BF1AC46E4CDD}"/>
              </a:ext>
            </a:extLst>
          </p:cNvPr>
          <p:cNvCxnSpPr>
            <a:cxnSpLocks/>
          </p:cNvCxnSpPr>
          <p:nvPr/>
        </p:nvCxnSpPr>
        <p:spPr>
          <a:xfrm flipH="1">
            <a:off x="3645108" y="2754046"/>
            <a:ext cx="861934" cy="440734"/>
          </a:xfrm>
          <a:prstGeom prst="straightConnector1">
            <a:avLst/>
          </a:prstGeom>
          <a:ln>
            <a:solidFill>
              <a:srgbClr val="4F81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106CC69-D1EA-C2B7-5399-BCA3822DA574}"/>
              </a:ext>
            </a:extLst>
          </p:cNvPr>
          <p:cNvSpPr txBox="1"/>
          <p:nvPr/>
        </p:nvSpPr>
        <p:spPr>
          <a:xfrm>
            <a:off x="1090534" y="4270707"/>
            <a:ext cx="2600794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6. </a:t>
            </a:r>
            <a:r>
              <a:rPr lang="en-GB" dirty="0">
                <a:solidFill>
                  <a:srgbClr val="FF0000"/>
                </a:solidFill>
                <a:highlight>
                  <a:srgbClr val="FFFF00"/>
                </a:highlight>
              </a:rPr>
              <a:t>Preview</a:t>
            </a:r>
            <a:r>
              <a:rPr lang="en-GB" dirty="0">
                <a:solidFill>
                  <a:srgbClr val="FF0000"/>
                </a:solidFill>
              </a:rPr>
              <a:t> before printing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E6374A9-7D06-3D66-AC51-B1075B7DC848}"/>
              </a:ext>
            </a:extLst>
          </p:cNvPr>
          <p:cNvCxnSpPr>
            <a:cxnSpLocks/>
          </p:cNvCxnSpPr>
          <p:nvPr/>
        </p:nvCxnSpPr>
        <p:spPr>
          <a:xfrm flipV="1">
            <a:off x="2589552" y="4032795"/>
            <a:ext cx="157395" cy="2379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0E571A8-43CA-253A-3CBC-EB7CA18040A6}"/>
              </a:ext>
            </a:extLst>
          </p:cNvPr>
          <p:cNvSpPr txBox="1"/>
          <p:nvPr/>
        </p:nvSpPr>
        <p:spPr>
          <a:xfrm>
            <a:off x="4507042" y="4270707"/>
            <a:ext cx="2600794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7. </a:t>
            </a:r>
            <a:r>
              <a:rPr lang="en-US" altLang="zh-CN" dirty="0">
                <a:solidFill>
                  <a:srgbClr val="FF0000"/>
                </a:solidFill>
              </a:rPr>
              <a:t>Click ‘OK’ to export PDF</a:t>
            </a:r>
            <a:endParaRPr lang="en-GB" dirty="0">
              <a:solidFill>
                <a:srgbClr val="FF0000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8B5B6C4-F255-67BC-5050-6100177CA54D}"/>
              </a:ext>
            </a:extLst>
          </p:cNvPr>
          <p:cNvCxnSpPr>
            <a:cxnSpLocks/>
          </p:cNvCxnSpPr>
          <p:nvPr/>
        </p:nvCxnSpPr>
        <p:spPr>
          <a:xfrm flipH="1" flipV="1">
            <a:off x="5263422" y="4032795"/>
            <a:ext cx="410355" cy="2379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6879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585B9-C8D9-89C4-5150-1BF6BBA02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EE8B201-AB13-8994-0818-91D609CB15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207" b="12242"/>
          <a:stretch>
            <a:fillRect/>
          </a:stretch>
        </p:blipFill>
        <p:spPr>
          <a:xfrm>
            <a:off x="4425659" y="691661"/>
            <a:ext cx="2372530" cy="3834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321760B-5066-FBAE-1711-F8431865FB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524" y="900866"/>
            <a:ext cx="3537210" cy="35372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625E4E-C5B6-35D1-8C61-074FBDE5ECA9}"/>
              </a:ext>
            </a:extLst>
          </p:cNvPr>
          <p:cNvSpPr txBox="1"/>
          <p:nvPr/>
        </p:nvSpPr>
        <p:spPr>
          <a:xfrm>
            <a:off x="317634" y="168441"/>
            <a:ext cx="5464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Where to download the slides?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7D1548D-6A34-28C1-7662-092B62DD3023}"/>
              </a:ext>
            </a:extLst>
          </p:cNvPr>
          <p:cNvCxnSpPr>
            <a:cxnSpLocks/>
          </p:cNvCxnSpPr>
          <p:nvPr/>
        </p:nvCxnSpPr>
        <p:spPr>
          <a:xfrm flipV="1">
            <a:off x="3586555" y="2232204"/>
            <a:ext cx="839104" cy="3767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1AEBDE5-6742-313A-A601-E9BD34625D5A}"/>
              </a:ext>
            </a:extLst>
          </p:cNvPr>
          <p:cNvSpPr/>
          <p:nvPr/>
        </p:nvSpPr>
        <p:spPr>
          <a:xfrm>
            <a:off x="5260065" y="4135176"/>
            <a:ext cx="1259095" cy="1867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A1E8848-B37F-2DB5-41B4-CCC4F7883E69}"/>
              </a:ext>
            </a:extLst>
          </p:cNvPr>
          <p:cNvCxnSpPr>
            <a:cxnSpLocks/>
          </p:cNvCxnSpPr>
          <p:nvPr/>
        </p:nvCxnSpPr>
        <p:spPr>
          <a:xfrm flipH="1">
            <a:off x="6113837" y="3622345"/>
            <a:ext cx="315971" cy="4252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675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8E816AC679FF4C86C22834E825BD05" ma:contentTypeVersion="1" ma:contentTypeDescription="Create a new document." ma:contentTypeScope="" ma:versionID="066e42d507d75a122d0db91dd470f30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48c5b5cd9b8d25ff6dd15848836f4270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64D3FE7-A0C8-4453-A806-BCAD6F53B901}">
  <ds:schemaRefs>
    <ds:schemaRef ds:uri="http://purl.org/dc/terms/"/>
    <ds:schemaRef ds:uri="http://schemas.microsoft.com/office/infopath/2007/PartnerControls"/>
    <ds:schemaRef ds:uri="http://www.w3.org/XML/1998/namespace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AFA540F8-4ACB-4DC8-920F-A3CE5A42B988}">
  <ds:schemaRefs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CCB8030-6F99-446F-BD3B-E5E3F435F1F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5ce9348-be2a-462b-8fc0-e1765a9b204a}" enabled="0" method="" siteId="{15ce9348-be2a-462b-8fc0-e1765a9b204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564</Words>
  <Application>Microsoft Office PowerPoint</Application>
  <PresentationFormat>On-screen Show (16:9)</PresentationFormat>
  <Paragraphs>97</Paragraphs>
  <Slides>20</Slides>
  <Notes>20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#HUANG XINYA#</cp:lastModifiedBy>
  <cp:revision>9</cp:revision>
  <dcterms:created xsi:type="dcterms:W3CDTF">2017-05-14T01:29:56Z</dcterms:created>
  <dcterms:modified xsi:type="dcterms:W3CDTF">2026-09-17T04:44:57Z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0x010100E28E816AC679FF4C86C22834E825BD05</vt:lpwstr>
  </property>
</Properties>
</file>