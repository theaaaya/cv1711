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268" r:id="rId5"/>
    <p:sldId id="336" r:id="rId6"/>
    <p:sldId id="334" r:id="rId7"/>
    <p:sldId id="301" r:id="rId8"/>
    <p:sldId id="302" r:id="rId9"/>
    <p:sldId id="337" r:id="rId10"/>
    <p:sldId id="300" r:id="rId11"/>
    <p:sldId id="291" r:id="rId12"/>
    <p:sldId id="269" r:id="rId13"/>
    <p:sldId id="290" r:id="rId14"/>
    <p:sldId id="303" r:id="rId15"/>
    <p:sldId id="292" r:id="rId16"/>
    <p:sldId id="294" r:id="rId17"/>
    <p:sldId id="293" r:id="rId18"/>
    <p:sldId id="295" r:id="rId19"/>
    <p:sldId id="278" r:id="rId20"/>
    <p:sldId id="297" r:id="rId21"/>
    <p:sldId id="298" r:id="rId22"/>
    <p:sldId id="277" r:id="rId23"/>
    <p:sldId id="296" r:id="rId24"/>
    <p:sldId id="279" r:id="rId25"/>
    <p:sldId id="299" r:id="rId26"/>
    <p:sldId id="348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FFFF00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034C07-5DA5-4C93-A211-F8D04CFE4848}" v="5" dt="2026-09-08T03:40:13.7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092" autoAdjust="0"/>
  </p:normalViewPr>
  <p:slideViewPr>
    <p:cSldViewPr snapToGrid="0">
      <p:cViewPr varScale="1">
        <p:scale>
          <a:sx n="108" d="100"/>
          <a:sy n="108" d="100"/>
        </p:scale>
        <p:origin x="170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8-28T01:45:31.872" v="16252" actId="47"/>
      <pc:docMkLst>
        <pc:docMk/>
      </pc:docMkLst>
      <pc:sldChg chg="addSp delSp mod ord">
        <pc:chgData name="#HUANG XINYA#" userId="0394e048-be67-4ff5-b348-88acdc9df0d1" providerId="ADAL" clId="{02486B59-77C2-44D9-86E4-77A6D6D6742A}" dt="2026-08-28T01:45:22.373" v="16251" actId="20578"/>
        <pc:sldMkLst>
          <pc:docMk/>
          <pc:sldMk cId="1444261047" sldId="268"/>
        </pc:sldMkLst>
      </pc:sldChg>
    </pc:docChg>
  </pc:docChgLst>
  <pc:docChgLst>
    <pc:chgData name="#HUANG XINYA#" userId="0394e048-be67-4ff5-b348-88acdc9df0d1" providerId="ADAL" clId="{817F73F0-AC24-4E52-87B6-779E04DFBBB7}"/>
    <pc:docChg chg="custSel modSld sldOrd">
      <pc:chgData name="#HUANG XINYA#" userId="0394e048-be67-4ff5-b348-88acdc9df0d1" providerId="ADAL" clId="{817F73F0-AC24-4E52-87B6-779E04DFBBB7}" dt="2026-09-08T03:40:16.759" v="120" actId="20577"/>
      <pc:docMkLst>
        <pc:docMk/>
      </pc:docMkLst>
      <pc:sldChg chg="addSp modSp mod">
        <pc:chgData name="#HUANG XINYA#" userId="0394e048-be67-4ff5-b348-88acdc9df0d1" providerId="ADAL" clId="{817F73F0-AC24-4E52-87B6-779E04DFBBB7}" dt="2026-09-08T03:26:20.999" v="59" actId="1076"/>
        <pc:sldMkLst>
          <pc:docMk/>
          <pc:sldMk cId="2576713322" sldId="291"/>
        </pc:sldMkLst>
        <pc:spChg chg="add mod">
          <ac:chgData name="#HUANG XINYA#" userId="0394e048-be67-4ff5-b348-88acdc9df0d1" providerId="ADAL" clId="{817F73F0-AC24-4E52-87B6-779E04DFBBB7}" dt="2026-09-08T03:26:20.999" v="59" actId="1076"/>
          <ac:spMkLst>
            <pc:docMk/>
            <pc:sldMk cId="2576713322" sldId="291"/>
            <ac:spMk id="7" creationId="{5791E957-5F06-956E-39FE-A9EFAEA57F72}"/>
          </ac:spMkLst>
        </pc:spChg>
        <pc:cxnChg chg="add mod">
          <ac:chgData name="#HUANG XINYA#" userId="0394e048-be67-4ff5-b348-88acdc9df0d1" providerId="ADAL" clId="{817F73F0-AC24-4E52-87B6-779E04DFBBB7}" dt="2026-09-08T03:25:49.205" v="40" actId="208"/>
          <ac:cxnSpMkLst>
            <pc:docMk/>
            <pc:sldMk cId="2576713322" sldId="291"/>
            <ac:cxnSpMk id="6" creationId="{89FB618B-AF6D-A3A2-0846-E722B23B7355}"/>
          </ac:cxnSpMkLst>
        </pc:cxnChg>
      </pc:sldChg>
      <pc:sldChg chg="addSp delSp modSp mod">
        <pc:chgData name="#HUANG XINYA#" userId="0394e048-be67-4ff5-b348-88acdc9df0d1" providerId="ADAL" clId="{817F73F0-AC24-4E52-87B6-779E04DFBBB7}" dt="2026-09-08T03:20:36.380" v="37" actId="1037"/>
        <pc:sldMkLst>
          <pc:docMk/>
          <pc:sldMk cId="3890169643" sldId="336"/>
        </pc:sldMkLst>
        <pc:spChg chg="mod">
          <ac:chgData name="#HUANG XINYA#" userId="0394e048-be67-4ff5-b348-88acdc9df0d1" providerId="ADAL" clId="{817F73F0-AC24-4E52-87B6-779E04DFBBB7}" dt="2026-09-08T03:19:16.646" v="6" actId="1076"/>
          <ac:spMkLst>
            <pc:docMk/>
            <pc:sldMk cId="3890169643" sldId="336"/>
            <ac:spMk id="6" creationId="{AFD3C2A5-BB08-34B7-CE04-6D599E008C3E}"/>
          </ac:spMkLst>
        </pc:spChg>
        <pc:spChg chg="add mod">
          <ac:chgData name="#HUANG XINYA#" userId="0394e048-be67-4ff5-b348-88acdc9df0d1" providerId="ADAL" clId="{817F73F0-AC24-4E52-87B6-779E04DFBBB7}" dt="2026-09-08T03:20:36.380" v="37" actId="1037"/>
          <ac:spMkLst>
            <pc:docMk/>
            <pc:sldMk cId="3890169643" sldId="336"/>
            <ac:spMk id="7" creationId="{6259E4E1-0485-7ABD-B360-5C0A267F87CE}"/>
          </ac:spMkLst>
        </pc:spChg>
        <pc:picChg chg="add mod ord">
          <ac:chgData name="#HUANG XINYA#" userId="0394e048-be67-4ff5-b348-88acdc9df0d1" providerId="ADAL" clId="{817F73F0-AC24-4E52-87B6-779E04DFBBB7}" dt="2026-09-08T03:19:14.093" v="5" actId="167"/>
          <ac:picMkLst>
            <pc:docMk/>
            <pc:sldMk cId="3890169643" sldId="336"/>
            <ac:picMk id="2" creationId="{C375A710-1ACF-E8B4-25E0-E23FBDED6E4F}"/>
          </ac:picMkLst>
        </pc:picChg>
        <pc:picChg chg="del">
          <ac:chgData name="#HUANG XINYA#" userId="0394e048-be67-4ff5-b348-88acdc9df0d1" providerId="ADAL" clId="{817F73F0-AC24-4E52-87B6-779E04DFBBB7}" dt="2026-09-08T03:17:39.303" v="0" actId="478"/>
          <ac:picMkLst>
            <pc:docMk/>
            <pc:sldMk cId="3890169643" sldId="336"/>
            <ac:picMk id="3" creationId="{D1CBC225-0C5E-1EF2-68BD-ED16069880D7}"/>
          </ac:picMkLst>
        </pc:picChg>
        <pc:picChg chg="add mod">
          <ac:chgData name="#HUANG XINYA#" userId="0394e048-be67-4ff5-b348-88acdc9df0d1" providerId="ADAL" clId="{817F73F0-AC24-4E52-87B6-779E04DFBBB7}" dt="2026-09-08T03:20:36.380" v="37" actId="1037"/>
          <ac:picMkLst>
            <pc:docMk/>
            <pc:sldMk cId="3890169643" sldId="336"/>
            <ac:picMk id="4" creationId="{0EEE1383-388B-5E3F-1FE1-CF5E31DF90C4}"/>
          </ac:picMkLst>
        </pc:picChg>
      </pc:sldChg>
      <pc:sldChg chg="modSp mod ord">
        <pc:chgData name="#HUANG XINYA#" userId="0394e048-be67-4ff5-b348-88acdc9df0d1" providerId="ADAL" clId="{817F73F0-AC24-4E52-87B6-779E04DFBBB7}" dt="2026-09-08T03:40:16.759" v="120" actId="20577"/>
        <pc:sldMkLst>
          <pc:docMk/>
          <pc:sldMk cId="1712540678" sldId="337"/>
        </pc:sldMkLst>
        <pc:spChg chg="mod">
          <ac:chgData name="#HUANG XINYA#" userId="0394e048-be67-4ff5-b348-88acdc9df0d1" providerId="ADAL" clId="{817F73F0-AC24-4E52-87B6-779E04DFBBB7}" dt="2026-09-08T03:40:16.759" v="120" actId="20577"/>
          <ac:spMkLst>
            <pc:docMk/>
            <pc:sldMk cId="1712540678" sldId="337"/>
            <ac:spMk id="2" creationId="{0AFDD895-376C-2927-2FDB-835C40734F6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9/8/2026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61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96C77-5F37-ECB0-0505-3938500B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9B030-A1FB-90FA-60EA-BBE6171AC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B56A-9048-BE07-CE0F-B41819857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BC665-25D7-065C-F682-E79014860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4491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9525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2314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1101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62555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910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52637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4062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0420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39919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4468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82260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5394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4608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7697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1301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4326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dirty="0"/>
            </a:b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20563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47217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27733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1526-9E80-08B7-C662-6511C6E04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099BF-348D-46A4-88F5-DE6F9AA2C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721A-C19A-2335-D06B-5FCC60F62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FF134-AE21-9730-05CF-6FBB27A2E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4384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xPUgz6Pj0ds&amp;list=PLILX3iYME5rHp4AplmfQXYfMYkzTCIVat&amp;index=73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Q8YeCa0tB0I&amp;list=PLILX3iYME5rHp4AplmfQXYfMYkzTCIVat&amp;index=76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5 – A</a:t>
            </a:r>
            <a:r>
              <a:rPr lang="en-US" altLang="zh-CN" sz="2800" b="1"/>
              <a:t>uxiliary</a:t>
            </a:r>
            <a:r>
              <a:rPr lang="en-US" sz="2800" b="1"/>
              <a:t> P</a:t>
            </a:r>
            <a:r>
              <a:rPr lang="en-US" altLang="zh-CN" sz="2800" b="1"/>
              <a:t>rojection</a:t>
            </a:r>
            <a:endParaRPr lang="en-US" sz="2800" b="1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Very Import, Please Pay Close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5C652-3F8B-4D91-7FD6-088406B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375A710-1ACF-E8B4-25E0-E23FBDED6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11" y="967666"/>
            <a:ext cx="5800037" cy="34622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34A3CB-9BB1-C24E-4B25-05CC09E7C3A6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5 – </a:t>
            </a:r>
            <a:r>
              <a:rPr lang="en-US" sz="2800" b="1"/>
              <a:t>A</a:t>
            </a:r>
            <a:r>
              <a:rPr lang="en-US" altLang="zh-CN" sz="2800" b="1"/>
              <a:t>uxiliary</a:t>
            </a:r>
            <a:r>
              <a:rPr lang="en-US" sz="2800" b="1"/>
              <a:t> P</a:t>
            </a:r>
            <a:r>
              <a:rPr lang="en-US" altLang="zh-CN" sz="2800" b="1"/>
              <a:t>rojection 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Self-learning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D3C2A5-BB08-34B7-CE04-6D599E008C3E}"/>
              </a:ext>
            </a:extLst>
          </p:cNvPr>
          <p:cNvSpPr/>
          <p:nvPr/>
        </p:nvSpPr>
        <p:spPr>
          <a:xfrm>
            <a:off x="3098700" y="3823405"/>
            <a:ext cx="1143000" cy="221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EE1383-388B-5E3F-1FE1-CF5E31DF9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534" y="1462045"/>
            <a:ext cx="2417100" cy="260184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259E4E1-0485-7ABD-B360-5C0A267F87CE}"/>
              </a:ext>
            </a:extLst>
          </p:cNvPr>
          <p:cNvSpPr/>
          <p:nvPr/>
        </p:nvSpPr>
        <p:spPr>
          <a:xfrm>
            <a:off x="274374" y="2176509"/>
            <a:ext cx="1739952" cy="355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0169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0B9F-9C6E-D6BB-4362-FBA77D0A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171BE2-9B72-DF17-2EFE-CDE687E58EDF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5 – A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uxiliary</a:t>
            </a: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rojection 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Assignments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9E06C2-38AB-DA97-4EA2-E57B8728EF6D}"/>
              </a:ext>
            </a:extLst>
          </p:cNvPr>
          <p:cNvSpPr txBox="1"/>
          <p:nvPr/>
        </p:nvSpPr>
        <p:spPr>
          <a:xfrm>
            <a:off x="317634" y="1494038"/>
            <a:ext cx="58308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Finish – E9, E10, E11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Submit – E10 </a:t>
            </a:r>
          </a:p>
        </p:txBody>
      </p:sp>
    </p:spTree>
    <p:extLst>
      <p:ext uri="{BB962C8B-B14F-4D97-AF65-F5344CB8AC3E}">
        <p14:creationId xmlns:p14="http://schemas.microsoft.com/office/powerpoint/2010/main" val="1962184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13643" y="120068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5 – A</a:t>
            </a:r>
            <a:r>
              <a:rPr lang="en-US" altLang="zh-CN" sz="2800" b="1"/>
              <a:t>uxiliary</a:t>
            </a:r>
            <a:r>
              <a:rPr lang="en-US" sz="2800" b="1"/>
              <a:t> P</a:t>
            </a:r>
            <a:r>
              <a:rPr lang="en-US" altLang="zh-CN" sz="2800" b="1"/>
              <a:t>rojection </a:t>
            </a:r>
            <a:r>
              <a:rPr lang="en-US" altLang="zh-CN" sz="2800" b="1">
                <a:solidFill>
                  <a:srgbClr val="FF0000"/>
                </a:solidFill>
              </a:rPr>
              <a:t>– Recap</a:t>
            </a:r>
            <a:endParaRPr lang="en-US" sz="28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5 – A</a:t>
            </a:r>
            <a:r>
              <a:rPr lang="en-US" altLang="zh-CN" sz="2800" b="1"/>
              <a:t>uxiliary</a:t>
            </a:r>
            <a:r>
              <a:rPr lang="en-US" sz="2800" b="1"/>
              <a:t> P</a:t>
            </a:r>
            <a:r>
              <a:rPr lang="en-US" altLang="zh-CN" sz="2800" b="1"/>
              <a:t>rojection </a:t>
            </a:r>
            <a:r>
              <a:rPr lang="en-US" altLang="zh-CN" sz="2800" b="1">
                <a:solidFill>
                  <a:srgbClr val="FF0000"/>
                </a:solidFill>
              </a:rPr>
              <a:t>– Terms</a:t>
            </a:r>
            <a:endParaRPr lang="en-US" sz="2800" b="1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/>
              <a:t>First (P</a:t>
            </a:r>
            <a:r>
              <a:rPr lang="en-US" altLang="zh-CN" sz="2400" b="1"/>
              <a:t>rimary</a:t>
            </a:r>
            <a:r>
              <a:rPr lang="en-US" sz="2400" b="1"/>
              <a:t>) Auxiliary Projection:</a:t>
            </a:r>
            <a:r>
              <a:rPr lang="en-US" sz="240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/>
              <a:t>First / P</a:t>
            </a:r>
            <a:r>
              <a:rPr lang="en-US" altLang="zh-CN" sz="2400" b="1"/>
              <a:t>rimary:</a:t>
            </a:r>
            <a:br>
              <a:rPr lang="en-US" sz="2400"/>
            </a:br>
            <a:r>
              <a:rPr lang="en-US" sz="2400"/>
              <a:t>The projection obtained by </a:t>
            </a:r>
            <a:r>
              <a:rPr lang="en-US" sz="2400" b="1">
                <a:solidFill>
                  <a:srgbClr val="FF0000"/>
                </a:solidFill>
              </a:rPr>
              <a:t>rotating once </a:t>
            </a:r>
            <a:r>
              <a:rPr lang="en-US" sz="2400"/>
              <a:t>from a principal view (front, top, or side). </a:t>
            </a:r>
            <a:r>
              <a:rPr lang="en-US" sz="2400" b="1">
                <a:solidFill>
                  <a:srgbClr val="FF0000"/>
                </a:solidFill>
              </a:rPr>
              <a:t>N</a:t>
            </a:r>
            <a:r>
              <a:rPr lang="en-US" altLang="zh-CN" sz="2400" b="1">
                <a:solidFill>
                  <a:srgbClr val="FF0000"/>
                </a:solidFill>
              </a:rPr>
              <a:t>OT</a:t>
            </a:r>
            <a:r>
              <a:rPr lang="en-US" altLang="zh-CN" sz="2400"/>
              <a:t> First Quadrant/First Angle Projection.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714C9-972E-795E-475C-D0BB4A04A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60C2B9-59E0-4FA0-59BC-9938E9AFBE87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5 – Auxiliary P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rojection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FDD895-376C-2927-2FDB-835C40734F65}"/>
              </a:ext>
            </a:extLst>
          </p:cNvPr>
          <p:cNvSpPr txBox="1"/>
          <p:nvPr/>
        </p:nvSpPr>
        <p:spPr>
          <a:xfrm>
            <a:off x="317634" y="1096849"/>
            <a:ext cx="631928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GB" dirty="0">
                <a:solidFill>
                  <a:prstClr val="black"/>
                </a:solidFill>
              </a:rPr>
              <a:t>First Auxiliary Plan (using 1</a:t>
            </a:r>
            <a:r>
              <a:rPr lang="en-GB" baseline="30000" dirty="0">
                <a:solidFill>
                  <a:prstClr val="black"/>
                </a:solidFill>
              </a:rPr>
              <a:t>st</a:t>
            </a:r>
            <a:r>
              <a:rPr lang="en-GB" dirty="0">
                <a:solidFill>
                  <a:prstClr val="black"/>
                </a:solidFill>
              </a:rPr>
              <a:t> Angle Projection)</a:t>
            </a:r>
          </a:p>
          <a:p>
            <a:pPr lvl="0">
              <a:defRPr/>
            </a:pPr>
            <a:r>
              <a:rPr lang="en-GB" i="1" dirty="0">
                <a:solidFill>
                  <a:prstClr val="black"/>
                </a:solidFill>
                <a:hlinkClick r:id="rId3"/>
              </a:rPr>
              <a:t>https://www.youtube.com/watch?v=xPUgz6Pj0ds&amp;list=PLILX3iYME5rHp4AplmfQXYfMYkzTCIVat&amp;index=73</a:t>
            </a:r>
            <a:endParaRPr lang="en-GB" i="1" dirty="0">
              <a:solidFill>
                <a:prstClr val="black"/>
              </a:solidFill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dirty="0">
              <a:solidFill>
                <a:prstClr val="black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dirty="0">
              <a:solidFill>
                <a:prstClr val="black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dirty="0">
              <a:solidFill>
                <a:prstClr val="black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>
                <a:solidFill>
                  <a:prstClr val="black"/>
                </a:solidFill>
                <a:latin typeface="Calibri"/>
              </a:rPr>
              <a:t>First Auxiliary Elevation (using 1</a:t>
            </a:r>
            <a:r>
              <a:rPr lang="en-GB" baseline="30000" dirty="0">
                <a:solidFill>
                  <a:prstClr val="black"/>
                </a:solidFill>
                <a:latin typeface="Calibri"/>
              </a:rPr>
              <a:t>st</a:t>
            </a:r>
            <a:r>
              <a:rPr lang="en-GB" dirty="0">
                <a:solidFill>
                  <a:prstClr val="black"/>
                </a:solidFill>
                <a:latin typeface="Calibri"/>
              </a:rPr>
              <a:t> Angle Projection)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solidFill>
                  <a:prstClr val="black"/>
                </a:solidFill>
                <a:hlinkClick r:id="rId4"/>
              </a:rPr>
              <a:t>https://www.youtube.com/watch?v=Q8YeCa0tB0I&amp;list=PLILX3iYME5rHp4AplmfQXYfMYkzTCIVat&amp;index=76</a:t>
            </a:r>
            <a:endParaRPr lang="en-GB" dirty="0">
              <a:solidFill>
                <a:prstClr val="black"/>
              </a:solidFill>
            </a:endParaRPr>
          </a:p>
          <a:p>
            <a:pPr lvl="0"/>
            <a:endParaRPr lang="en-GB" dirty="0">
              <a:solidFill>
                <a:prstClr val="black"/>
              </a:solidFill>
              <a:latin typeface="Calibri"/>
            </a:endParaRPr>
          </a:p>
          <a:p>
            <a:pPr lvl="0"/>
            <a:endParaRPr kumimoji="0" lang="en-GB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2540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5 – A</a:t>
            </a:r>
            <a:r>
              <a:rPr lang="en-US" altLang="zh-CN" sz="2800" b="1"/>
              <a:t>uxiliary</a:t>
            </a:r>
            <a:r>
              <a:rPr lang="en-US" sz="2800" b="1"/>
              <a:t> P</a:t>
            </a:r>
            <a:r>
              <a:rPr lang="en-US" altLang="zh-CN" sz="2800" b="1"/>
              <a:t>rojection </a:t>
            </a:r>
            <a:r>
              <a:rPr lang="en-US" altLang="zh-CN" sz="2800" b="1">
                <a:solidFill>
                  <a:srgbClr val="FF0000"/>
                </a:solidFill>
              </a:rPr>
              <a:t>– Auxiliary Plan</a:t>
            </a:r>
            <a:endParaRPr lang="en-US" sz="2800" b="1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7" y="712854"/>
            <a:ext cx="3292966" cy="2784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>
                <a:solidFill>
                  <a:srgbClr val="FF0000"/>
                </a:solidFill>
              </a:rPr>
              <a:t> – Projected from Elevation View (i.e. Perpendicular to Elevation View)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54676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PLAN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564D83-35E2-797F-515E-E52C643A3008}"/>
              </a:ext>
            </a:extLst>
          </p:cNvPr>
          <p:cNvSpPr/>
          <p:nvPr/>
        </p:nvSpPr>
        <p:spPr>
          <a:xfrm>
            <a:off x="2965836" y="1503623"/>
            <a:ext cx="222689" cy="9541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9FB618B-AF6D-A3A2-0846-E722B23B7355}"/>
              </a:ext>
            </a:extLst>
          </p:cNvPr>
          <p:cNvCxnSpPr/>
          <p:nvPr/>
        </p:nvCxnSpPr>
        <p:spPr>
          <a:xfrm flipH="1" flipV="1">
            <a:off x="4944862" y="3719743"/>
            <a:ext cx="443883" cy="2219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791E957-5F06-956E-39FE-A9EFAEA57F72}"/>
              </a:ext>
            </a:extLst>
          </p:cNvPr>
          <p:cNvSpPr txBox="1"/>
          <p:nvPr/>
        </p:nvSpPr>
        <p:spPr>
          <a:xfrm>
            <a:off x="5361498" y="3865888"/>
            <a:ext cx="1100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FF0000"/>
                </a:solidFill>
              </a:rPr>
              <a:t>Ground line</a:t>
            </a:r>
            <a:endParaRPr lang="en-GB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5 – A</a:t>
            </a:r>
            <a:r>
              <a:rPr lang="en-US" altLang="zh-CN" sz="2800" b="1"/>
              <a:t>uxiliary</a:t>
            </a:r>
            <a:r>
              <a:rPr lang="en-US" sz="2800" b="1"/>
              <a:t> P</a:t>
            </a:r>
            <a:r>
              <a:rPr lang="en-US" altLang="zh-CN" sz="2800" b="1"/>
              <a:t>rojection</a:t>
            </a:r>
            <a:r>
              <a:rPr lang="en-US" altLang="zh-CN" sz="2800" b="1">
                <a:solidFill>
                  <a:srgbClr val="FF0000"/>
                </a:solidFill>
              </a:rPr>
              <a:t> – Auxiliary Elevation</a:t>
            </a:r>
            <a:endParaRPr lang="en-US" sz="2800" b="1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2230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>
                <a:solidFill>
                  <a:srgbClr val="FF0000"/>
                </a:solidFill>
              </a:rPr>
              <a:t>– More Like Elevation</a:t>
            </a:r>
          </a:p>
          <a:p>
            <a:pPr>
              <a:lnSpc>
                <a:spcPct val="200000"/>
              </a:lnSpc>
            </a:pPr>
            <a:r>
              <a:rPr lang="en-US">
                <a:solidFill>
                  <a:srgbClr val="FF0000"/>
                </a:solidFill>
              </a:rPr>
              <a:t>– Projected from Plan View (i.e. Perpendicular to Plan View)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5 – A</a:t>
            </a:r>
            <a:r>
              <a:rPr lang="en-US" altLang="zh-CN" sz="2800" b="1"/>
              <a:t>uxiliary</a:t>
            </a:r>
            <a:r>
              <a:rPr lang="en-US" sz="2800" b="1"/>
              <a:t> P</a:t>
            </a:r>
            <a:r>
              <a:rPr lang="en-US" altLang="zh-CN" sz="2800" b="1"/>
              <a:t>rojection</a:t>
            </a:r>
            <a:endParaRPr lang="en-US" sz="28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562937-7CAF-96F8-BD06-BED51358BBF6}"/>
              </a:ext>
            </a:extLst>
          </p:cNvPr>
          <p:cNvSpPr/>
          <p:nvPr/>
        </p:nvSpPr>
        <p:spPr>
          <a:xfrm>
            <a:off x="3323645" y="1693628"/>
            <a:ext cx="357809" cy="9541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5 – A</a:t>
            </a:r>
            <a:r>
              <a:rPr lang="en-US" altLang="zh-CN" sz="2800" b="1"/>
              <a:t>uxiliary</a:t>
            </a:r>
            <a:r>
              <a:rPr lang="en-US" sz="2800" b="1"/>
              <a:t> P</a:t>
            </a:r>
            <a:r>
              <a:rPr lang="en-US" altLang="zh-CN" sz="2800" b="1"/>
              <a:t>rojection</a:t>
            </a:r>
            <a:endParaRPr lang="en-US" sz="2800" b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FF0000"/>
                </a:solidFill>
              </a:rPr>
              <a:t>A</a:t>
            </a:r>
            <a:r>
              <a:rPr lang="en-US" altLang="zh-CN" sz="2400" b="1">
                <a:solidFill>
                  <a:srgbClr val="FF0000"/>
                </a:solidFill>
              </a:rPr>
              <a:t>uxiliary Plan</a:t>
            </a:r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FF0000"/>
                </a:solidFill>
              </a:rPr>
              <a:t>A</a:t>
            </a:r>
            <a:r>
              <a:rPr lang="en-US" altLang="zh-CN" sz="2400" b="1">
                <a:solidFill>
                  <a:srgbClr val="FF0000"/>
                </a:solidFill>
              </a:rPr>
              <a:t>uxiliary Elevation</a:t>
            </a:r>
            <a:endParaRPr lang="en-US" sz="2400" b="1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5" y="1097280"/>
            <a:ext cx="3467100" cy="1463040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6ED42E-6790-0940-2838-3AEAE00E9C7E}"/>
              </a:ext>
            </a:extLst>
          </p:cNvPr>
          <p:cNvSpPr txBox="1"/>
          <p:nvPr/>
        </p:nvSpPr>
        <p:spPr>
          <a:xfrm>
            <a:off x="3959995" y="604686"/>
            <a:ext cx="3663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>
                <a:solidFill>
                  <a:srgbClr val="FFC000"/>
                </a:solidFill>
              </a:rPr>
              <a:t>More likely for Quiz1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1760A5-A812-583F-F797-C29D6067F088}"/>
              </a:ext>
            </a:extLst>
          </p:cNvPr>
          <p:cNvCxnSpPr>
            <a:cxnSpLocks/>
            <a:stCxn id="20" idx="7"/>
            <a:endCxn id="3" idx="1"/>
          </p:cNvCxnSpPr>
          <p:nvPr/>
        </p:nvCxnSpPr>
        <p:spPr>
          <a:xfrm flipV="1">
            <a:off x="3398910" y="866296"/>
            <a:ext cx="561085" cy="44524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- First Angle</a:t>
            </a:r>
            <a:endParaRPr lang="en-US" altLang="zh-CN" sz="1800" b="1">
              <a:solidFill>
                <a:srgbClr val="FF0000"/>
              </a:solidFill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- First Auxiliary Plan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7" y="1372082"/>
            <a:ext cx="232551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behind</a:t>
            </a:r>
            <a:r>
              <a:rPr lang="en-US" b="1" dirty="0">
                <a:solidFill>
                  <a:srgbClr val="FF0000"/>
                </a:solidFill>
              </a:rPr>
              <a:t>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Elevation</a:t>
            </a:r>
            <a:r>
              <a:rPr lang="en-US" b="1" dirty="0">
                <a:solidFill>
                  <a:srgbClr val="FF0000"/>
                </a:solidFill>
              </a:rPr>
              <a:t>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941115" y="3426671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- First Angle</a:t>
            </a:r>
            <a:endParaRPr lang="en-US" altLang="zh-CN" sz="1800" b="1">
              <a:solidFill>
                <a:srgbClr val="FF0000"/>
              </a:solidFill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- First Auxiliary Elevation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behind</a:t>
            </a:r>
            <a:r>
              <a:rPr lang="en-US" b="1" dirty="0">
                <a:solidFill>
                  <a:srgbClr val="FF0000"/>
                </a:solidFill>
              </a:rPr>
              <a:t>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Plan</a:t>
            </a:r>
            <a:r>
              <a:rPr lang="en-US" b="1" dirty="0">
                <a:solidFill>
                  <a:srgbClr val="FF0000"/>
                </a:solidFill>
              </a:rPr>
              <a:t>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1402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098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1816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02605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098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- Third Angle</a:t>
            </a:r>
            <a:endParaRPr lang="en-US" altLang="zh-CN" sz="1800" b="1">
              <a:solidFill>
                <a:srgbClr val="FF0000"/>
              </a:solidFill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- First Auxiliary Plan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7" y="1372082"/>
            <a:ext cx="21590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in front of </a:t>
            </a:r>
            <a:r>
              <a:rPr lang="en-US" b="1" dirty="0">
                <a:solidFill>
                  <a:srgbClr val="FF0000"/>
                </a:solidFill>
              </a:rPr>
              <a:t>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Elevation</a:t>
            </a:r>
            <a:r>
              <a:rPr lang="en-US" b="1" dirty="0">
                <a:solidFill>
                  <a:srgbClr val="FF0000"/>
                </a:solidFill>
              </a:rPr>
              <a:t>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129597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69801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062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69072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69801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- Third Angle</a:t>
            </a:r>
            <a:endParaRPr lang="en-US" altLang="zh-CN" sz="1800" b="1">
              <a:solidFill>
                <a:srgbClr val="FF0000"/>
              </a:solidFill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- First Auxiliary Elevation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in front of </a:t>
            </a:r>
            <a:r>
              <a:rPr lang="en-US" b="1" dirty="0">
                <a:solidFill>
                  <a:srgbClr val="FF0000"/>
                </a:solidFill>
              </a:rPr>
              <a:t>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Plan</a:t>
            </a:r>
            <a:r>
              <a:rPr lang="en-US" b="1" dirty="0">
                <a:solidFill>
                  <a:srgbClr val="FF0000"/>
                </a:solidFill>
              </a:rPr>
              <a:t>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300AFB5-6122-5198-8914-2B9697BC64A2}"/>
              </a:ext>
            </a:extLst>
          </p:cNvPr>
          <p:cNvCxnSpPr>
            <a:cxnSpLocks/>
          </p:cNvCxnSpPr>
          <p:nvPr/>
        </p:nvCxnSpPr>
        <p:spPr>
          <a:xfrm>
            <a:off x="1235033" y="1151328"/>
            <a:ext cx="145146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F53B94F-533C-6C69-5EA1-7B9AD2C03DB4}"/>
              </a:ext>
            </a:extLst>
          </p:cNvPr>
          <p:cNvCxnSpPr>
            <a:cxnSpLocks/>
          </p:cNvCxnSpPr>
          <p:nvPr/>
        </p:nvCxnSpPr>
        <p:spPr>
          <a:xfrm>
            <a:off x="823344" y="1291852"/>
            <a:ext cx="1341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724357" y="4237857"/>
            <a:ext cx="240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Hidden lines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638550" y="2127250"/>
            <a:ext cx="422275" cy="14605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438691" y="2900040"/>
            <a:ext cx="410996" cy="13208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2486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 2 - 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162776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0394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12225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69666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0394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6D51103-5E3A-30E4-7D39-3FB1BB96796A}"/>
              </a:ext>
            </a:extLst>
          </p:cNvPr>
          <p:cNvCxnSpPr>
            <a:cxnSpLocks/>
          </p:cNvCxnSpPr>
          <p:nvPr/>
        </p:nvCxnSpPr>
        <p:spPr>
          <a:xfrm>
            <a:off x="823344" y="1642754"/>
            <a:ext cx="1341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C2ECA71-2DE5-0322-80C3-E5E0A801FC55}"/>
              </a:ext>
            </a:extLst>
          </p:cNvPr>
          <p:cNvSpPr/>
          <p:nvPr/>
        </p:nvSpPr>
        <p:spPr>
          <a:xfrm>
            <a:off x="2050202" y="1335943"/>
            <a:ext cx="550494" cy="1544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plan</a:t>
            </a:r>
            <a:endParaRPr lang="en-US" sz="1200">
              <a:solidFill>
                <a:schemeClr val="tx1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39D7E6D-F55F-6D85-C003-902A5B58633D}"/>
              </a:ext>
            </a:extLst>
          </p:cNvPr>
          <p:cNvCxnSpPr>
            <a:cxnSpLocks/>
          </p:cNvCxnSpPr>
          <p:nvPr/>
        </p:nvCxnSpPr>
        <p:spPr>
          <a:xfrm>
            <a:off x="1258785" y="1490354"/>
            <a:ext cx="1341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2891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 2 - 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16871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098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1816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02605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098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2509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 2 - 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C4191D1-D4F7-4B3D-99DB-EE859F6E1DD9}"/>
              </a:ext>
            </a:extLst>
          </p:cNvPr>
          <p:cNvCxnSpPr>
            <a:cxnSpLocks/>
          </p:cNvCxnSpPr>
          <p:nvPr/>
        </p:nvCxnSpPr>
        <p:spPr>
          <a:xfrm>
            <a:off x="1235033" y="1086181"/>
            <a:ext cx="97377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5FAF710-A9C2-F4C3-45C1-58CE143F5069}"/>
              </a:ext>
            </a:extLst>
          </p:cNvPr>
          <p:cNvCxnSpPr>
            <a:cxnSpLocks/>
          </p:cNvCxnSpPr>
          <p:nvPr/>
        </p:nvCxnSpPr>
        <p:spPr>
          <a:xfrm>
            <a:off x="823344" y="1226705"/>
            <a:ext cx="1341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28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 2 - 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3B55-20AB-7097-8C95-C5BE94191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04EB539-52AB-B5FF-B6E5-E8BFCABE02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4425659" y="691661"/>
            <a:ext cx="2372530" cy="38345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58FBCE3-F323-63C5-3C75-A635AF027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24" y="900866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E94A0A-9EE8-73FD-6C2B-A49890A7BB5B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BE0FABD-FA60-012E-779A-48C4FF2AA917}"/>
              </a:ext>
            </a:extLst>
          </p:cNvPr>
          <p:cNvCxnSpPr>
            <a:cxnSpLocks/>
          </p:cNvCxnSpPr>
          <p:nvPr/>
        </p:nvCxnSpPr>
        <p:spPr>
          <a:xfrm flipV="1">
            <a:off x="3586555" y="2232204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D3ACCA7-6E88-5799-9F91-CB1B8509540A}"/>
              </a:ext>
            </a:extLst>
          </p:cNvPr>
          <p:cNvSpPr/>
          <p:nvPr/>
        </p:nvSpPr>
        <p:spPr>
          <a:xfrm>
            <a:off x="5260065" y="4135176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4C27B9-BCE7-A12D-BEF3-7F07E39AE960}"/>
              </a:ext>
            </a:extLst>
          </p:cNvPr>
          <p:cNvCxnSpPr>
            <a:cxnSpLocks/>
          </p:cNvCxnSpPr>
          <p:nvPr/>
        </p:nvCxnSpPr>
        <p:spPr>
          <a:xfrm flipH="1">
            <a:off x="6113837" y="3622345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8945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432</Words>
  <Application>Microsoft Office PowerPoint</Application>
  <PresentationFormat>On-screen Show (16:9)</PresentationFormat>
  <Paragraphs>95</Paragraphs>
  <Slides>23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1</cp:revision>
  <dcterms:created xsi:type="dcterms:W3CDTF">2017-05-14T01:29:56Z</dcterms:created>
  <dcterms:modified xsi:type="dcterms:W3CDTF">2026-09-08T03:40:21Z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