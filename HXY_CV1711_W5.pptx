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68" r:id="rId5"/>
    <p:sldId id="336" r:id="rId6"/>
    <p:sldId id="334" r:id="rId7"/>
    <p:sldId id="301" r:id="rId8"/>
    <p:sldId id="302" r:id="rId9"/>
    <p:sldId id="337" r:id="rId10"/>
    <p:sldId id="300" r:id="rId11"/>
    <p:sldId id="291" r:id="rId12"/>
    <p:sldId id="269" r:id="rId13"/>
    <p:sldId id="290" r:id="rId14"/>
    <p:sldId id="303" r:id="rId15"/>
    <p:sldId id="292" r:id="rId16"/>
    <p:sldId id="294" r:id="rId17"/>
    <p:sldId id="293" r:id="rId18"/>
    <p:sldId id="295" r:id="rId19"/>
    <p:sldId id="278" r:id="rId20"/>
    <p:sldId id="297" r:id="rId21"/>
    <p:sldId id="298" r:id="rId22"/>
    <p:sldId id="277" r:id="rId23"/>
    <p:sldId id="296" r:id="rId24"/>
    <p:sldId id="279" r:id="rId25"/>
    <p:sldId id="299" r:id="rId26"/>
    <p:sldId id="348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FFF00"/>
    <a:srgbClr val="DCE6F2"/>
    <a:srgbClr val="AED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034C07-5DA5-4C93-A211-F8D04CFE4848}" v="5" dt="2026-09-08T03:40:13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092" autoAdjust="0"/>
  </p:normalViewPr>
  <p:slideViewPr>
    <p:cSldViewPr snapToGrid="0">
      <p:cViewPr varScale="1">
        <p:scale>
          <a:sx n="108" d="100"/>
          <a:sy n="108" d="100"/>
        </p:scale>
        <p:origin x="1704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HUANG XINYA#" userId="0394e048-be67-4ff5-b348-88acdc9df0d1" providerId="ADAL" clId="{817F73F0-AC24-4E52-87B6-779E04DFBBB7}"/>
    <pc:docChg chg="custSel modSld sldOrd">
      <pc:chgData name="#HUANG XINYA#" userId="0394e048-be67-4ff5-b348-88acdc9df0d1" providerId="ADAL" clId="{817F73F0-AC24-4E52-87B6-779E04DFBBB7}" dt="2026-09-08T03:40:16.759" v="120" actId="20577"/>
      <pc:docMkLst>
        <pc:docMk/>
      </pc:docMkLst>
      <pc:sldChg chg="addSp modSp mod">
        <pc:chgData name="#HUANG XINYA#" userId="0394e048-be67-4ff5-b348-88acdc9df0d1" providerId="ADAL" clId="{817F73F0-AC24-4E52-87B6-779E04DFBBB7}" dt="2026-09-08T03:26:20.999" v="59" actId="1076"/>
        <pc:sldMkLst>
          <pc:docMk/>
          <pc:sldMk cId="2576713322" sldId="291"/>
        </pc:sldMkLst>
        <pc:spChg chg="add mod">
          <ac:chgData name="#HUANG XINYA#" userId="0394e048-be67-4ff5-b348-88acdc9df0d1" providerId="ADAL" clId="{817F73F0-AC24-4E52-87B6-779E04DFBBB7}" dt="2026-09-08T03:26:20.999" v="59" actId="1076"/>
          <ac:spMkLst>
            <pc:docMk/>
            <pc:sldMk cId="2576713322" sldId="291"/>
            <ac:spMk id="7" creationId="{5791E957-5F06-956E-39FE-A9EFAEA57F72}"/>
          </ac:spMkLst>
        </pc:spChg>
        <pc:cxnChg chg="add mod">
          <ac:chgData name="#HUANG XINYA#" userId="0394e048-be67-4ff5-b348-88acdc9df0d1" providerId="ADAL" clId="{817F73F0-AC24-4E52-87B6-779E04DFBBB7}" dt="2026-09-08T03:25:49.205" v="40" actId="208"/>
          <ac:cxnSpMkLst>
            <pc:docMk/>
            <pc:sldMk cId="2576713322" sldId="291"/>
            <ac:cxnSpMk id="6" creationId="{89FB618B-AF6D-A3A2-0846-E722B23B7355}"/>
          </ac:cxnSpMkLst>
        </pc:cxnChg>
      </pc:sldChg>
      <pc:sldChg chg="addSp delSp modSp mod">
        <pc:chgData name="#HUANG XINYA#" userId="0394e048-be67-4ff5-b348-88acdc9df0d1" providerId="ADAL" clId="{817F73F0-AC24-4E52-87B6-779E04DFBBB7}" dt="2026-09-08T03:20:36.380" v="37" actId="1037"/>
        <pc:sldMkLst>
          <pc:docMk/>
          <pc:sldMk cId="3890169643" sldId="336"/>
        </pc:sldMkLst>
        <pc:spChg chg="mod">
          <ac:chgData name="#HUANG XINYA#" userId="0394e048-be67-4ff5-b348-88acdc9df0d1" providerId="ADAL" clId="{817F73F0-AC24-4E52-87B6-779E04DFBBB7}" dt="2026-09-08T03:19:16.646" v="6" actId="1076"/>
          <ac:spMkLst>
            <pc:docMk/>
            <pc:sldMk cId="3890169643" sldId="336"/>
            <ac:spMk id="6" creationId="{AFD3C2A5-BB08-34B7-CE04-6D599E008C3E}"/>
          </ac:spMkLst>
        </pc:spChg>
        <pc:spChg chg="add mod">
          <ac:chgData name="#HUANG XINYA#" userId="0394e048-be67-4ff5-b348-88acdc9df0d1" providerId="ADAL" clId="{817F73F0-AC24-4E52-87B6-779E04DFBBB7}" dt="2026-09-08T03:20:36.380" v="37" actId="1037"/>
          <ac:spMkLst>
            <pc:docMk/>
            <pc:sldMk cId="3890169643" sldId="336"/>
            <ac:spMk id="7" creationId="{6259E4E1-0485-7ABD-B360-5C0A267F87CE}"/>
          </ac:spMkLst>
        </pc:spChg>
        <pc:picChg chg="add mod ord">
          <ac:chgData name="#HUANG XINYA#" userId="0394e048-be67-4ff5-b348-88acdc9df0d1" providerId="ADAL" clId="{817F73F0-AC24-4E52-87B6-779E04DFBBB7}" dt="2026-09-08T03:19:14.093" v="5" actId="167"/>
          <ac:picMkLst>
            <pc:docMk/>
            <pc:sldMk cId="3890169643" sldId="336"/>
            <ac:picMk id="2" creationId="{C375A710-1ACF-E8B4-25E0-E23FBDED6E4F}"/>
          </ac:picMkLst>
        </pc:picChg>
        <pc:picChg chg="del">
          <ac:chgData name="#HUANG XINYA#" userId="0394e048-be67-4ff5-b348-88acdc9df0d1" providerId="ADAL" clId="{817F73F0-AC24-4E52-87B6-779E04DFBBB7}" dt="2026-09-08T03:17:39.303" v="0" actId="478"/>
          <ac:picMkLst>
            <pc:docMk/>
            <pc:sldMk cId="3890169643" sldId="336"/>
            <ac:picMk id="3" creationId="{D1CBC225-0C5E-1EF2-68BD-ED16069880D7}"/>
          </ac:picMkLst>
        </pc:picChg>
        <pc:picChg chg="add mod">
          <ac:chgData name="#HUANG XINYA#" userId="0394e048-be67-4ff5-b348-88acdc9df0d1" providerId="ADAL" clId="{817F73F0-AC24-4E52-87B6-779E04DFBBB7}" dt="2026-09-08T03:20:36.380" v="37" actId="1037"/>
          <ac:picMkLst>
            <pc:docMk/>
            <pc:sldMk cId="3890169643" sldId="336"/>
            <ac:picMk id="4" creationId="{0EEE1383-388B-5E3F-1FE1-CF5E31DF90C4}"/>
          </ac:picMkLst>
        </pc:picChg>
      </pc:sldChg>
      <pc:sldChg chg="modSp mod ord">
        <pc:chgData name="#HUANG XINYA#" userId="0394e048-be67-4ff5-b348-88acdc9df0d1" providerId="ADAL" clId="{817F73F0-AC24-4E52-87B6-779E04DFBBB7}" dt="2026-09-08T03:40:16.759" v="120" actId="20577"/>
        <pc:sldMkLst>
          <pc:docMk/>
          <pc:sldMk cId="1712540678" sldId="337"/>
        </pc:sldMkLst>
        <pc:spChg chg="mod">
          <ac:chgData name="#HUANG XINYA#" userId="0394e048-be67-4ff5-b348-88acdc9df0d1" providerId="ADAL" clId="{817F73F0-AC24-4E52-87B6-779E04DFBBB7}" dt="2026-09-08T03:40:16.759" v="120" actId="20577"/>
          <ac:spMkLst>
            <pc:docMk/>
            <pc:sldMk cId="1712540678" sldId="337"/>
            <ac:spMk id="2" creationId="{0AFDD895-376C-2927-2FDB-835C40734F65}"/>
          </ac:spMkLst>
        </pc:spChg>
      </pc:sldChg>
    </pc:docChg>
  </pc:docChgLst>
  <pc:docChgLst>
    <pc:chgData name="#HUANG XINYA#" userId="0394e048-be67-4ff5-b348-88acdc9df0d1" providerId="ADAL" clId="{02486B59-77C2-44D9-86E4-77A6D6D6742A}"/>
    <pc:docChg chg="undo redo custSel addSld delSld modSld sldOrd">
      <pc:chgData name="#HUANG XINYA#" userId="0394e048-be67-4ff5-b348-88acdc9df0d1" providerId="ADAL" clId="{02486B59-77C2-44D9-86E4-77A6D6D6742A}" dt="2026-08-28T01:45:31.872" v="16252" actId="47"/>
      <pc:docMkLst>
        <pc:docMk/>
      </pc:docMkLst>
      <pc:sldChg chg="addSp delSp mod ord">
        <pc:chgData name="#HUANG XINYA#" userId="0394e048-be67-4ff5-b348-88acdc9df0d1" providerId="ADAL" clId="{02486B59-77C2-44D9-86E4-77A6D6D6742A}" dt="2026-08-28T01:45:22.373" v="16251" actId="20578"/>
        <pc:sldMkLst>
          <pc:docMk/>
          <pc:sldMk cId="1444261047" sldId="26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9/9/2026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D6C49-6F48-4F46-A0C4-F823054334BD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B86D8-D67E-429E-B575-006BC027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82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61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6C77-5F37-ECB0-0505-3938500B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9B030-A1FB-90FA-60EA-BBE6171AC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CB56A-9048-BE07-CE0F-B41819857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BC665-25D7-065C-F682-E79014860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491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525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231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101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255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891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263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4062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420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991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4468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226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5394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608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7697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1301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432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dirty="0"/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056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721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7733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1526-9E80-08B7-C662-6511C6E0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099BF-348D-46A4-88F5-DE6F9AA2C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B721A-C19A-2335-D06B-5FCC60F62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FF134-AE21-9730-05CF-6FBB27A2E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4384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8YeCa0tB0I&amp;list=PLILX3iYME5rHp4AplmfQXYfMYkzTCIVat&amp;index=7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xPUgz6Pj0ds&amp;list=PLILX3iYME5rHp4AplmfQXYfMYkzTCIVat&amp;index=7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F608-D302-8513-6306-E5E7E4DD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CBC3A0-2B36-47B2-F7C2-6B2DAB24C5B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142DC2-361B-DF45-341F-D86291606981}"/>
              </a:ext>
            </a:extLst>
          </p:cNvPr>
          <p:cNvSpPr txBox="1"/>
          <p:nvPr/>
        </p:nvSpPr>
        <p:spPr>
          <a:xfrm>
            <a:off x="1613365" y="1989925"/>
            <a:ext cx="633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Very Import, Please Pay Close Attention!</a:t>
            </a:r>
          </a:p>
        </p:txBody>
      </p:sp>
    </p:spTree>
    <p:extLst>
      <p:ext uri="{BB962C8B-B14F-4D97-AF65-F5344CB8AC3E}">
        <p14:creationId xmlns:p14="http://schemas.microsoft.com/office/powerpoint/2010/main" val="144426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5C652-3F8B-4D91-7FD6-088406B5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75A710-1ACF-E8B4-25E0-E23FBDED6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11" y="967666"/>
            <a:ext cx="5800037" cy="34622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34A3CB-9BB1-C24E-4B25-05CC09E7C3A6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5 – </a:t>
            </a:r>
            <a:r>
              <a:rPr lang="en-US" sz="2800" b="1"/>
              <a:t>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– Self-learning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3C2A5-BB08-34B7-CE04-6D599E008C3E}"/>
              </a:ext>
            </a:extLst>
          </p:cNvPr>
          <p:cNvSpPr/>
          <p:nvPr/>
        </p:nvSpPr>
        <p:spPr>
          <a:xfrm>
            <a:off x="3098700" y="3823405"/>
            <a:ext cx="1143000" cy="221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E1383-388B-5E3F-1FE1-CF5E31DF9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34" y="1462045"/>
            <a:ext cx="2417100" cy="26018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259E4E1-0485-7ABD-B360-5C0A267F87CE}"/>
              </a:ext>
            </a:extLst>
          </p:cNvPr>
          <p:cNvSpPr/>
          <p:nvPr/>
        </p:nvSpPr>
        <p:spPr>
          <a:xfrm>
            <a:off x="274374" y="2176509"/>
            <a:ext cx="1739952" cy="355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0169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0B9F-9C6E-D6BB-4362-FBA77D0A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171BE2-9B72-DF17-2EFE-CDE687E58EDF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5 – A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uxiliary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rojection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– Assignments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E06C2-38AB-DA97-4EA2-E57B8728EF6D}"/>
              </a:ext>
            </a:extLst>
          </p:cNvPr>
          <p:cNvSpPr txBox="1"/>
          <p:nvPr/>
        </p:nvSpPr>
        <p:spPr>
          <a:xfrm>
            <a:off x="317634" y="1494038"/>
            <a:ext cx="58308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Finish – E9, E10, E11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Submit – E10 </a:t>
            </a:r>
          </a:p>
        </p:txBody>
      </p:sp>
    </p:spTree>
    <p:extLst>
      <p:ext uri="{BB962C8B-B14F-4D97-AF65-F5344CB8AC3E}">
        <p14:creationId xmlns:p14="http://schemas.microsoft.com/office/powerpoint/2010/main" val="196218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23862-188E-9C64-5116-B2D6C348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421312-0961-EE01-7BE7-66644AB43AD0}"/>
              </a:ext>
            </a:extLst>
          </p:cNvPr>
          <p:cNvGrpSpPr/>
          <p:nvPr/>
        </p:nvGrpSpPr>
        <p:grpSpPr>
          <a:xfrm>
            <a:off x="2513643" y="120068"/>
            <a:ext cx="4012232" cy="4633559"/>
            <a:chOff x="1762866" y="-646885"/>
            <a:chExt cx="5574078" cy="64372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880EAAE-BAA6-A2B2-4B66-008C75371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837651" y="3026502"/>
              <a:ext cx="2108697" cy="2312320"/>
            </a:xfrm>
            <a:prstGeom prst="rect">
              <a:avLst/>
            </a:prstGeom>
          </p:spPr>
        </p:pic>
        <p:sp>
          <p:nvSpPr>
            <p:cNvPr id="6" name="Speech Bubble: Rectangle 52">
              <a:extLst>
                <a:ext uri="{FF2B5EF4-FFF2-40B4-BE49-F238E27FC236}">
                  <a16:creationId xmlns:a16="http://schemas.microsoft.com/office/drawing/2014/main" id="{5F51AF46-93A5-F808-20DF-77DD3B10FC34}"/>
                </a:ext>
              </a:extLst>
            </p:cNvPr>
            <p:cNvSpPr/>
            <p:nvPr/>
          </p:nvSpPr>
          <p:spPr>
            <a:xfrm>
              <a:off x="1762866" y="3748926"/>
              <a:ext cx="1274770" cy="602638"/>
            </a:xfrm>
            <a:prstGeom prst="wedgeRectCallout">
              <a:avLst>
                <a:gd name="adj1" fmla="val 63753"/>
                <a:gd name="adj2" fmla="val -39015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solidFill>
                    <a:srgbClr val="FF0000"/>
                  </a:solidFill>
                </a:rPr>
                <a:t>Third Angle Projection</a:t>
              </a: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3FA7D153-A11D-19A6-4216-F700DA63D0ED}"/>
                </a:ext>
              </a:extLst>
            </p:cNvPr>
            <p:cNvSpPr/>
            <p:nvPr/>
          </p:nvSpPr>
          <p:spPr>
            <a:xfrm rot="16200000">
              <a:off x="2700133" y="702011"/>
              <a:ext cx="5985707" cy="3287915"/>
            </a:xfrm>
            <a:prstGeom prst="parallelogram">
              <a:avLst>
                <a:gd name="adj" fmla="val 50708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E1D60B3C-4497-9565-FBC7-2E55B6F1D3A5}"/>
                </a:ext>
              </a:extLst>
            </p:cNvPr>
            <p:cNvSpPr/>
            <p:nvPr/>
          </p:nvSpPr>
          <p:spPr>
            <a:xfrm rot="16200000" flipV="1">
              <a:off x="2788887" y="2907242"/>
              <a:ext cx="3480279" cy="2286007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F11FFC6-0C89-ABE7-FADF-816D9FE01785}"/>
                </a:ext>
              </a:extLst>
            </p:cNvPr>
            <p:cNvSpPr/>
            <p:nvPr/>
          </p:nvSpPr>
          <p:spPr>
            <a:xfrm rot="9000000" flipV="1">
              <a:off x="2349326" y="1372596"/>
              <a:ext cx="4486946" cy="3248970"/>
            </a:xfrm>
            <a:prstGeom prst="parallelogram">
              <a:avLst>
                <a:gd name="adj" fmla="val 58457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132B998C-D7A5-91AC-3978-74370DC049A7}"/>
                </a:ext>
              </a:extLst>
            </p:cNvPr>
            <p:cNvSpPr/>
            <p:nvPr/>
          </p:nvSpPr>
          <p:spPr>
            <a:xfrm rot="16200000" flipV="1">
              <a:off x="2827948" y="757290"/>
              <a:ext cx="3411685" cy="2276476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Speech Bubble: Rectangle 51">
              <a:extLst>
                <a:ext uri="{FF2B5EF4-FFF2-40B4-BE49-F238E27FC236}">
                  <a16:creationId xmlns:a16="http://schemas.microsoft.com/office/drawing/2014/main" id="{3B7278A9-DB4A-DFCB-7E3E-BCE14812321D}"/>
                </a:ext>
              </a:extLst>
            </p:cNvPr>
            <p:cNvSpPr/>
            <p:nvPr/>
          </p:nvSpPr>
          <p:spPr>
            <a:xfrm>
              <a:off x="5955162" y="1594209"/>
              <a:ext cx="1274770" cy="602638"/>
            </a:xfrm>
            <a:prstGeom prst="wedgeRectCallout">
              <a:avLst>
                <a:gd name="adj1" fmla="val -38878"/>
                <a:gd name="adj2" fmla="val 71591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solidFill>
                    <a:srgbClr val="FF0000"/>
                  </a:solidFill>
                </a:rPr>
                <a:t>First Angle Projection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32778E-1C9C-3557-46F7-4A6EA3BF0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4238408" y="1452876"/>
              <a:ext cx="2108697" cy="231232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F4E61C-2DC8-D7D8-5575-B251755ED934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 </a:t>
            </a:r>
            <a:r>
              <a:rPr lang="en-US" altLang="zh-CN" sz="2800" b="1">
                <a:solidFill>
                  <a:srgbClr val="FF0000"/>
                </a:solidFill>
              </a:rPr>
              <a:t>– Recap</a:t>
            </a:r>
            <a:endParaRPr lang="en-US" sz="2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5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A0F0-F205-4F2D-4D1E-DB10E5E7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7078B9-99D0-A4B7-4DCA-F901AFBFD1F8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 </a:t>
            </a:r>
            <a:r>
              <a:rPr lang="en-US" altLang="zh-CN" sz="2800" b="1">
                <a:solidFill>
                  <a:srgbClr val="FF0000"/>
                </a:solidFill>
              </a:rPr>
              <a:t>– Terms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E56925-9907-7DC2-4C2A-38F2E85D4B7A}"/>
              </a:ext>
            </a:extLst>
          </p:cNvPr>
          <p:cNvSpPr txBox="1"/>
          <p:nvPr/>
        </p:nvSpPr>
        <p:spPr>
          <a:xfrm>
            <a:off x="571500" y="1113204"/>
            <a:ext cx="7741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First (P</a:t>
            </a:r>
            <a:r>
              <a:rPr lang="en-US" altLang="zh-CN" sz="2400" b="1"/>
              <a:t>rimary</a:t>
            </a:r>
            <a:r>
              <a:rPr lang="en-US" sz="2400" b="1"/>
              <a:t>) Auxiliary Projection:</a:t>
            </a:r>
            <a:r>
              <a:rPr lang="en-US" sz="2400"/>
              <a:t> A view projected onto a plane that is perpendicular to one principal view, used to show an inclined surface in its true size and shape.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2959A-CB76-6565-B574-AF8536BF45BE}"/>
              </a:ext>
            </a:extLst>
          </p:cNvPr>
          <p:cNvSpPr txBox="1"/>
          <p:nvPr/>
        </p:nvSpPr>
        <p:spPr>
          <a:xfrm>
            <a:off x="571500" y="2658876"/>
            <a:ext cx="79324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First / P</a:t>
            </a:r>
            <a:r>
              <a:rPr lang="en-US" altLang="zh-CN" sz="2400" b="1"/>
              <a:t>rimary:</a:t>
            </a:r>
            <a:br>
              <a:rPr lang="en-US" sz="2400"/>
            </a:br>
            <a:r>
              <a:rPr lang="en-US" sz="2400"/>
              <a:t>The projection obtained by </a:t>
            </a:r>
            <a:r>
              <a:rPr lang="en-US" sz="2400" b="1">
                <a:solidFill>
                  <a:srgbClr val="FF0000"/>
                </a:solidFill>
              </a:rPr>
              <a:t>rotating once </a:t>
            </a:r>
            <a:r>
              <a:rPr lang="en-US" sz="2400"/>
              <a:t>from a principal view (front, top, or side). </a:t>
            </a:r>
            <a:r>
              <a:rPr lang="en-US" sz="2400" b="1">
                <a:solidFill>
                  <a:srgbClr val="FF0000"/>
                </a:solidFill>
              </a:rPr>
              <a:t>N</a:t>
            </a:r>
            <a:r>
              <a:rPr lang="en-US" altLang="zh-CN" sz="2400" b="1">
                <a:solidFill>
                  <a:srgbClr val="FF0000"/>
                </a:solidFill>
              </a:rPr>
              <a:t>OT</a:t>
            </a:r>
            <a:r>
              <a:rPr lang="en-US" altLang="zh-CN" sz="2400"/>
              <a:t> First Quadrant/First Angle Projection.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97768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714C9-972E-795E-475C-D0BB4A04A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60C2B9-59E0-4FA0-59BC-9938E9AFBE87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5 – Auxiliary P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rojection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FDD895-376C-2927-2FDB-835C40734F65}"/>
              </a:ext>
            </a:extLst>
          </p:cNvPr>
          <p:cNvSpPr txBox="1"/>
          <p:nvPr/>
        </p:nvSpPr>
        <p:spPr>
          <a:xfrm>
            <a:off x="317634" y="1096849"/>
            <a:ext cx="631928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prstClr val="black"/>
                </a:solidFill>
              </a:rPr>
              <a:t>First Auxiliary Elevation (using 1</a:t>
            </a:r>
            <a:r>
              <a:rPr lang="en-GB" baseline="30000" dirty="0">
                <a:solidFill>
                  <a:prstClr val="black"/>
                </a:solidFill>
              </a:rPr>
              <a:t>st</a:t>
            </a:r>
            <a:r>
              <a:rPr lang="en-GB" dirty="0">
                <a:solidFill>
                  <a:prstClr val="black"/>
                </a:solidFill>
              </a:rPr>
              <a:t> Angle Projection)</a:t>
            </a:r>
          </a:p>
          <a:p>
            <a:pPr lvl="0">
              <a:defRPr/>
            </a:pPr>
            <a:r>
              <a:rPr lang="en-GB" dirty="0">
                <a:solidFill>
                  <a:prstClr val="black"/>
                </a:solidFill>
                <a:hlinkClick r:id="rId3"/>
              </a:rPr>
              <a:t>https://www.youtube.com/watch?v=Q8YeCa0tB0I&amp;list=PLILX3iYME5rHp4AplmfQXYfMYkzTCIVat&amp;index=76</a:t>
            </a:r>
            <a:endParaRPr lang="en-GB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GB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GB" dirty="0">
              <a:solidFill>
                <a:prstClr val="black"/>
              </a:solidFill>
            </a:endParaRPr>
          </a:p>
          <a:p>
            <a:pPr>
              <a:defRPr/>
            </a:pPr>
            <a:endParaRPr lang="en-GB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GB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prstClr val="black"/>
                </a:solidFill>
              </a:rPr>
              <a:t>First Auxiliary Plan (using 1</a:t>
            </a:r>
            <a:r>
              <a:rPr lang="en-GB" baseline="30000" dirty="0">
                <a:solidFill>
                  <a:prstClr val="black"/>
                </a:solidFill>
              </a:rPr>
              <a:t>st</a:t>
            </a:r>
            <a:r>
              <a:rPr lang="en-GB" dirty="0">
                <a:solidFill>
                  <a:prstClr val="black"/>
                </a:solidFill>
              </a:rPr>
              <a:t> Angle Projection)</a:t>
            </a:r>
          </a:p>
          <a:p>
            <a:pPr lvl="0">
              <a:defRPr/>
            </a:pPr>
            <a:r>
              <a:rPr lang="en-GB" i="1" dirty="0">
                <a:solidFill>
                  <a:prstClr val="black"/>
                </a:solidFill>
                <a:hlinkClick r:id="rId4"/>
              </a:rPr>
              <a:t>https://www.youtube.com/watch?v=xPUgz6Pj0ds&amp;list=PLILX3iYME5rHp4AplmfQXYfMYkzTCIVat&amp;index=73</a:t>
            </a:r>
            <a:endParaRPr lang="en-GB" i="1" dirty="0">
              <a:solidFill>
                <a:prstClr val="black"/>
              </a:solidFill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lvl="0"/>
            <a:endParaRPr lang="en-GB" dirty="0">
              <a:solidFill>
                <a:prstClr val="black"/>
              </a:solidFill>
              <a:latin typeface="Calibri"/>
            </a:endParaRPr>
          </a:p>
          <a:p>
            <a:pPr lvl="0"/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540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14B0-58FC-076E-E1AC-B2C80663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E78F3D-4F3C-FCE2-BFE0-19756033B99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 </a:t>
            </a:r>
            <a:r>
              <a:rPr lang="en-US" altLang="zh-CN" sz="2800" b="1">
                <a:solidFill>
                  <a:srgbClr val="FF0000"/>
                </a:solidFill>
              </a:rPr>
              <a:t>– Auxiliary Plan</a:t>
            </a:r>
            <a:endParaRPr lang="en-US" sz="2800" b="1">
              <a:solidFill>
                <a:srgbClr val="FF0000"/>
              </a:solidFill>
            </a:endParaRPr>
          </a:p>
        </p:txBody>
      </p:sp>
      <p:pic>
        <p:nvPicPr>
          <p:cNvPr id="3" name="Picture 2" descr="A diagram of a geometrical figure&#10;&#10;AI-generated content may be incorrect.">
            <a:extLst>
              <a:ext uri="{FF2B5EF4-FFF2-40B4-BE49-F238E27FC236}">
                <a16:creationId xmlns:a16="http://schemas.microsoft.com/office/drawing/2014/main" id="{CC1AAA08-D7D7-A0EA-4117-460251720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86" y="816495"/>
            <a:ext cx="5364476" cy="37792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EF4576-864C-DCAA-6A10-D63E153E3667}"/>
              </a:ext>
            </a:extLst>
          </p:cNvPr>
          <p:cNvSpPr txBox="1"/>
          <p:nvPr/>
        </p:nvSpPr>
        <p:spPr>
          <a:xfrm>
            <a:off x="5620447" y="712854"/>
            <a:ext cx="3292966" cy="278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>
                <a:solidFill>
                  <a:srgbClr val="FF0000"/>
                </a:solidFill>
              </a:rPr>
              <a:t>Some Kind of Plan:</a:t>
            </a:r>
          </a:p>
          <a:p>
            <a:pPr>
              <a:lnSpc>
                <a:spcPct val="200000"/>
              </a:lnSpc>
            </a:pPr>
            <a:r>
              <a:rPr lang="en-US">
                <a:solidFill>
                  <a:srgbClr val="FF0000"/>
                </a:solidFill>
              </a:rPr>
              <a:t> – More Like Plan</a:t>
            </a:r>
          </a:p>
          <a:p>
            <a:pPr>
              <a:lnSpc>
                <a:spcPct val="200000"/>
              </a:lnSpc>
            </a:pPr>
            <a:r>
              <a:rPr lang="en-US">
                <a:solidFill>
                  <a:srgbClr val="FF0000"/>
                </a:solidFill>
              </a:rPr>
              <a:t> – Projected from Elevation View (i.e. Perpendicular to Elevation View)</a:t>
            </a:r>
          </a:p>
        </p:txBody>
      </p:sp>
    </p:spTree>
    <p:extLst>
      <p:ext uri="{BB962C8B-B14F-4D97-AF65-F5344CB8AC3E}">
        <p14:creationId xmlns:p14="http://schemas.microsoft.com/office/powerpoint/2010/main" val="3779232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DF533-266C-DA02-0A6C-7C3BBEC6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tep&#10;&#10;AI-generated content may be incorrect.">
            <a:extLst>
              <a:ext uri="{FF2B5EF4-FFF2-40B4-BE49-F238E27FC236}">
                <a16:creationId xmlns:a16="http://schemas.microsoft.com/office/drawing/2014/main" id="{0E7AD2AC-E5F6-2B54-319D-C466F1C0D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22" y="430077"/>
            <a:ext cx="6059592" cy="42833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1BC983-CEB1-62FF-0600-4E0F2FD4C234}"/>
              </a:ext>
            </a:extLst>
          </p:cNvPr>
          <p:cNvSpPr/>
          <p:nvPr/>
        </p:nvSpPr>
        <p:spPr>
          <a:xfrm>
            <a:off x="5639651" y="654676"/>
            <a:ext cx="823386" cy="250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564D83-35E2-797F-515E-E52C643A3008}"/>
              </a:ext>
            </a:extLst>
          </p:cNvPr>
          <p:cNvSpPr/>
          <p:nvPr/>
        </p:nvSpPr>
        <p:spPr>
          <a:xfrm>
            <a:off x="2965836" y="1503623"/>
            <a:ext cx="222689" cy="954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9FB618B-AF6D-A3A2-0846-E722B23B7355}"/>
              </a:ext>
            </a:extLst>
          </p:cNvPr>
          <p:cNvCxnSpPr/>
          <p:nvPr/>
        </p:nvCxnSpPr>
        <p:spPr>
          <a:xfrm flipH="1" flipV="1">
            <a:off x="4944862" y="3719743"/>
            <a:ext cx="443883" cy="2219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791E957-5F06-956E-39FE-A9EFAEA57F72}"/>
              </a:ext>
            </a:extLst>
          </p:cNvPr>
          <p:cNvSpPr txBox="1"/>
          <p:nvPr/>
        </p:nvSpPr>
        <p:spPr>
          <a:xfrm>
            <a:off x="5361498" y="3865888"/>
            <a:ext cx="1100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Ground line</a:t>
            </a:r>
            <a:endParaRPr lang="en-GB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71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DD0A-9F67-9A2D-587C-2491444D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E36BCA-7263-4043-546F-4FEBEBF17082}"/>
              </a:ext>
            </a:extLst>
          </p:cNvPr>
          <p:cNvSpPr txBox="1"/>
          <p:nvPr/>
        </p:nvSpPr>
        <p:spPr>
          <a:xfrm>
            <a:off x="317633" y="168441"/>
            <a:ext cx="7921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</a:t>
            </a:r>
            <a:r>
              <a:rPr lang="en-US" altLang="zh-CN" sz="2800" b="1">
                <a:solidFill>
                  <a:srgbClr val="FF0000"/>
                </a:solidFill>
              </a:rPr>
              <a:t> – Auxiliary Elevation</a:t>
            </a:r>
            <a:endParaRPr lang="en-US" sz="2800" b="1"/>
          </a:p>
        </p:txBody>
      </p:sp>
      <p:pic>
        <p:nvPicPr>
          <p:cNvPr id="5" name="Picture 4" descr="A diagram of a hexagon and hexagon&#10;&#10;AI-generated content may be incorrect.">
            <a:extLst>
              <a:ext uri="{FF2B5EF4-FFF2-40B4-BE49-F238E27FC236}">
                <a16:creationId xmlns:a16="http://schemas.microsoft.com/office/drawing/2014/main" id="{FF361FA9-8E15-C994-23B1-D3D52C76A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12" y="649301"/>
            <a:ext cx="5514381" cy="39035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608059-8C49-266A-AA3F-1C8E17A949D4}"/>
              </a:ext>
            </a:extLst>
          </p:cNvPr>
          <p:cNvSpPr txBox="1"/>
          <p:nvPr/>
        </p:nvSpPr>
        <p:spPr>
          <a:xfrm>
            <a:off x="5730557" y="712854"/>
            <a:ext cx="3729411" cy="223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>
                <a:solidFill>
                  <a:srgbClr val="FF0000"/>
                </a:solidFill>
              </a:rPr>
              <a:t>Some Kind of Elevation:</a:t>
            </a:r>
          </a:p>
          <a:p>
            <a:pPr>
              <a:lnSpc>
                <a:spcPct val="200000"/>
              </a:lnSpc>
            </a:pPr>
            <a:r>
              <a:rPr lang="en-US">
                <a:solidFill>
                  <a:srgbClr val="FF0000"/>
                </a:solidFill>
              </a:rPr>
              <a:t>– More Like Elevation</a:t>
            </a:r>
          </a:p>
          <a:p>
            <a:pPr>
              <a:lnSpc>
                <a:spcPct val="200000"/>
              </a:lnSpc>
            </a:pPr>
            <a:r>
              <a:rPr lang="en-US">
                <a:solidFill>
                  <a:srgbClr val="FF0000"/>
                </a:solidFill>
              </a:rPr>
              <a:t>– Projected from Plan View (i.e. Perpendicular to Plan View)</a:t>
            </a:r>
          </a:p>
        </p:txBody>
      </p:sp>
    </p:spTree>
    <p:extLst>
      <p:ext uri="{BB962C8B-B14F-4D97-AF65-F5344CB8AC3E}">
        <p14:creationId xmlns:p14="http://schemas.microsoft.com/office/powerpoint/2010/main" val="3817903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3835-C99A-6EFA-6B0E-3231F240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rectangular object&#10;&#10;AI-generated content may be incorrect.">
            <a:extLst>
              <a:ext uri="{FF2B5EF4-FFF2-40B4-BE49-F238E27FC236}">
                <a16:creationId xmlns:a16="http://schemas.microsoft.com/office/drawing/2014/main" id="{1CA90B0D-4084-7E88-7898-529BA09CB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137" y="691661"/>
            <a:ext cx="5707022" cy="4013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EEBE0F-7E32-D2DB-BF4E-14BC13C68920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</a:t>
            </a:r>
            <a:endParaRPr lang="en-US" sz="28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562937-7CAF-96F8-BD06-BED51358BBF6}"/>
              </a:ext>
            </a:extLst>
          </p:cNvPr>
          <p:cNvSpPr/>
          <p:nvPr/>
        </p:nvSpPr>
        <p:spPr>
          <a:xfrm>
            <a:off x="3323645" y="1693628"/>
            <a:ext cx="357809" cy="954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08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D3FF-E520-1CC2-2726-736D62D3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FD592E-771A-AC69-9989-9BBAC7A27184}"/>
              </a:ext>
            </a:extLst>
          </p:cNvPr>
          <p:cNvSpPr txBox="1"/>
          <p:nvPr/>
        </p:nvSpPr>
        <p:spPr>
          <a:xfrm>
            <a:off x="317634" y="168441"/>
            <a:ext cx="7881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5 – A</a:t>
            </a:r>
            <a:r>
              <a:rPr lang="en-US" altLang="zh-CN" sz="2800" b="1"/>
              <a:t>uxiliary</a:t>
            </a:r>
            <a:r>
              <a:rPr lang="en-US" sz="2800" b="1"/>
              <a:t> P</a:t>
            </a:r>
            <a:r>
              <a:rPr lang="en-US" altLang="zh-CN" sz="2800" b="1"/>
              <a:t>rojection</a:t>
            </a:r>
            <a:endParaRPr lang="en-US" sz="28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CAE65-D048-542A-426C-005BD3F3D984}"/>
              </a:ext>
            </a:extLst>
          </p:cNvPr>
          <p:cNvSpPr txBox="1"/>
          <p:nvPr/>
        </p:nvSpPr>
        <p:spPr>
          <a:xfrm>
            <a:off x="790074" y="1634252"/>
            <a:ext cx="311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First Quadrant (Angle)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1791F-EB00-FA47-BAF1-C765EF72DEDE}"/>
              </a:ext>
            </a:extLst>
          </p:cNvPr>
          <p:cNvSpPr txBox="1"/>
          <p:nvPr/>
        </p:nvSpPr>
        <p:spPr>
          <a:xfrm>
            <a:off x="790074" y="3201977"/>
            <a:ext cx="311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Third Quadrant (Angle)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7CD61-FCBE-8BEC-BA45-DF14807A7183}"/>
              </a:ext>
            </a:extLst>
          </p:cNvPr>
          <p:cNvSpPr txBox="1"/>
          <p:nvPr/>
        </p:nvSpPr>
        <p:spPr>
          <a:xfrm>
            <a:off x="5788794" y="1634252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A</a:t>
            </a:r>
            <a:r>
              <a:rPr lang="en-US" altLang="zh-CN" sz="2400" b="1">
                <a:solidFill>
                  <a:srgbClr val="FF0000"/>
                </a:solidFill>
              </a:rPr>
              <a:t>uxiliary Plan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CC400-5550-1B1E-94D1-DAA8264490B7}"/>
              </a:ext>
            </a:extLst>
          </p:cNvPr>
          <p:cNvSpPr txBox="1"/>
          <p:nvPr/>
        </p:nvSpPr>
        <p:spPr>
          <a:xfrm>
            <a:off x="5788794" y="3201977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A</a:t>
            </a:r>
            <a:r>
              <a:rPr lang="en-US" altLang="zh-CN" sz="2400" b="1">
                <a:solidFill>
                  <a:srgbClr val="FF0000"/>
                </a:solidFill>
              </a:rPr>
              <a:t>uxiliary Elevation</a:t>
            </a:r>
            <a:endParaRPr lang="en-US" sz="2400" b="1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9820D8-D843-A4E1-DAB2-0AAA380EB257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3906654" y="1865085"/>
            <a:ext cx="1882140" cy="156772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040EEA-9DC5-4AF2-2049-C2896120C488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906654" y="1865085"/>
            <a:ext cx="188214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A704E3-B687-2E64-561E-5F6D5A0662E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906654" y="1865085"/>
            <a:ext cx="1882140" cy="156772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00B794-D15C-4F46-E425-C5B6CE1A18B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906654" y="3432810"/>
            <a:ext cx="188214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409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F610-F94F-05B8-8B33-400A869E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cylinder and a cylinder&#10;&#10;AI-generated content may be incorrect.">
            <a:extLst>
              <a:ext uri="{FF2B5EF4-FFF2-40B4-BE49-F238E27FC236}">
                <a16:creationId xmlns:a16="http://schemas.microsoft.com/office/drawing/2014/main" id="{F5FC1B21-0F48-6CBC-4725-AA87B69A7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18" y="61301"/>
            <a:ext cx="3351749" cy="4770588"/>
          </a:xfrm>
          <a:prstGeom prst="rect">
            <a:avLst/>
          </a:prstGeom>
        </p:spPr>
      </p:pic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6A5F8B8-84E3-8B30-A25B-8FD4BBADEC27}"/>
              </a:ext>
            </a:extLst>
          </p:cNvPr>
          <p:cNvSpPr/>
          <p:nvPr/>
        </p:nvSpPr>
        <p:spPr>
          <a:xfrm rot="16200000">
            <a:off x="6812330" y="471141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F5ACB3E5-E31C-72A0-09F7-E7EA3CDD9B59}"/>
              </a:ext>
            </a:extLst>
          </p:cNvPr>
          <p:cNvSpPr/>
          <p:nvPr/>
        </p:nvSpPr>
        <p:spPr>
          <a:xfrm rot="9000000" flipV="1">
            <a:off x="6038017" y="1449540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95EFA29B-029B-A96A-879D-F34CB63687C7}"/>
              </a:ext>
            </a:extLst>
          </p:cNvPr>
          <p:cNvSpPr/>
          <p:nvPr/>
        </p:nvSpPr>
        <p:spPr>
          <a:xfrm rot="16200000" flipV="1">
            <a:off x="5594062" y="402187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0B706204-AFCE-12C1-850B-4D902F3A5436}"/>
              </a:ext>
            </a:extLst>
          </p:cNvPr>
          <p:cNvSpPr/>
          <p:nvPr/>
        </p:nvSpPr>
        <p:spPr>
          <a:xfrm rot="16200000">
            <a:off x="5526480" y="1213259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FBEB899-AB7E-F28D-D19B-2646623B769C}"/>
              </a:ext>
            </a:extLst>
          </p:cNvPr>
          <p:cNvGrpSpPr/>
          <p:nvPr/>
        </p:nvGrpSpPr>
        <p:grpSpPr>
          <a:xfrm>
            <a:off x="5937890" y="844408"/>
            <a:ext cx="1554485" cy="1262868"/>
            <a:chOff x="5249872" y="896296"/>
            <a:chExt cx="1554485" cy="126286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71035E3-5CCF-9CC0-9DCD-8C502704F339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6DAA58-E76B-5105-012C-63F671EA5BAB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2E96EEE-63DB-265F-E902-81C1108C7794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354A35-D5A1-4322-E4D1-9A13F884DF12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5ED08A8-0E29-FA1D-BB5A-C4E84457D37F}"/>
              </a:ext>
            </a:extLst>
          </p:cNvPr>
          <p:cNvSpPr/>
          <p:nvPr/>
        </p:nvSpPr>
        <p:spPr>
          <a:xfrm>
            <a:off x="5606789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5BC3D2-CC77-BCF8-84A9-FCCD5108F670}"/>
              </a:ext>
            </a:extLst>
          </p:cNvPr>
          <p:cNvSpPr/>
          <p:nvPr/>
        </p:nvSpPr>
        <p:spPr>
          <a:xfrm>
            <a:off x="6683962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A1F161-E642-A39A-7BDA-DDD9DC696596}"/>
              </a:ext>
            </a:extLst>
          </p:cNvPr>
          <p:cNvSpPr/>
          <p:nvPr/>
        </p:nvSpPr>
        <p:spPr>
          <a:xfrm>
            <a:off x="7761135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2DE1C2-5285-2C62-2E50-077DCC5503D4}"/>
              </a:ext>
            </a:extLst>
          </p:cNvPr>
          <p:cNvSpPr/>
          <p:nvPr/>
        </p:nvSpPr>
        <p:spPr>
          <a:xfrm>
            <a:off x="6683962" y="3781143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6F960A-C854-F615-4320-4D943DEA73CA}"/>
              </a:ext>
            </a:extLst>
          </p:cNvPr>
          <p:cNvSpPr/>
          <p:nvPr/>
        </p:nvSpPr>
        <p:spPr>
          <a:xfrm rot="18900000">
            <a:off x="6345356" y="3299284"/>
            <a:ext cx="67721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601DBF-5F28-1382-21EE-A5F66146BCEF}"/>
              </a:ext>
            </a:extLst>
          </p:cNvPr>
          <p:cNvSpPr txBox="1"/>
          <p:nvPr/>
        </p:nvSpPr>
        <p:spPr>
          <a:xfrm>
            <a:off x="3721886" y="34875"/>
            <a:ext cx="2288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- First Angle</a:t>
            </a:r>
            <a:endParaRPr lang="en-US" altLang="zh-CN" sz="1800" b="1">
              <a:solidFill>
                <a:srgbClr val="FF0000"/>
              </a:solidFill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- First Auxiliary Plan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DE08-2BBE-DFCA-6A83-315A69690726}"/>
              </a:ext>
            </a:extLst>
          </p:cNvPr>
          <p:cNvSpPr txBox="1"/>
          <p:nvPr/>
        </p:nvSpPr>
        <p:spPr>
          <a:xfrm>
            <a:off x="3721887" y="1372082"/>
            <a:ext cx="23255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behind</a:t>
            </a:r>
            <a:r>
              <a:rPr lang="en-US" b="1" dirty="0">
                <a:solidFill>
                  <a:srgbClr val="FF0000"/>
                </a:solidFill>
              </a:rPr>
              <a:t>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Elevation</a:t>
            </a:r>
            <a:r>
              <a:rPr lang="en-US" b="1" dirty="0">
                <a:solidFill>
                  <a:srgbClr val="FF0000"/>
                </a:solidFill>
              </a:rPr>
              <a:t>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2283426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163B1-82E4-7263-9535-0DBD3635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5D5D31C-A3FA-CAD2-A12C-37F2C1A4E844}"/>
              </a:ext>
            </a:extLst>
          </p:cNvPr>
          <p:cNvSpPr/>
          <p:nvPr/>
        </p:nvSpPr>
        <p:spPr>
          <a:xfrm rot="16200000">
            <a:off x="6273744" y="471141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1CF66835-6963-C8AD-87AD-727DDE8BD9CC}"/>
              </a:ext>
            </a:extLst>
          </p:cNvPr>
          <p:cNvSpPr/>
          <p:nvPr/>
        </p:nvSpPr>
        <p:spPr>
          <a:xfrm rot="9000000" flipV="1">
            <a:off x="5499431" y="1449540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174B8FF-1C52-3108-51DB-DF98834538F7}"/>
              </a:ext>
            </a:extLst>
          </p:cNvPr>
          <p:cNvSpPr/>
          <p:nvPr/>
        </p:nvSpPr>
        <p:spPr>
          <a:xfrm rot="16200000" flipV="1">
            <a:off x="5055476" y="402187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D2CBE314-9322-7153-1CB7-48BE82E7F995}"/>
              </a:ext>
            </a:extLst>
          </p:cNvPr>
          <p:cNvSpPr/>
          <p:nvPr/>
        </p:nvSpPr>
        <p:spPr>
          <a:xfrm rot="16200000">
            <a:off x="4987894" y="1213259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338D8F7-C0F7-0042-CB8D-C28310F12A55}"/>
              </a:ext>
            </a:extLst>
          </p:cNvPr>
          <p:cNvGrpSpPr/>
          <p:nvPr/>
        </p:nvGrpSpPr>
        <p:grpSpPr>
          <a:xfrm rot="14400000">
            <a:off x="5543829" y="856109"/>
            <a:ext cx="1554485" cy="1262868"/>
            <a:chOff x="5249872" y="896296"/>
            <a:chExt cx="1554485" cy="126286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DF08912-DFAE-32AF-0841-2B2FD2146A98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CD04E28-5756-34B0-F475-DE6461195F94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3F9955-6F9E-5AF8-1D21-530657373E04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E618CD7-7A0B-C527-5991-61824FB048EF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7284784-E551-F147-948F-5134322A5D15}"/>
              </a:ext>
            </a:extLst>
          </p:cNvPr>
          <p:cNvSpPr/>
          <p:nvPr/>
        </p:nvSpPr>
        <p:spPr>
          <a:xfrm>
            <a:off x="5068203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4C4E59-CE4D-1A90-88A1-EE338EE654D8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7EF879-9810-F1A1-D59A-E083C694F2F0}"/>
              </a:ext>
            </a:extLst>
          </p:cNvPr>
          <p:cNvSpPr/>
          <p:nvPr/>
        </p:nvSpPr>
        <p:spPr>
          <a:xfrm>
            <a:off x="7222549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4100E7-3FCA-F4CF-C2D1-A408A4B0CBBF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721BF0-A009-4633-24A7-B638732B38FC}"/>
              </a:ext>
            </a:extLst>
          </p:cNvPr>
          <p:cNvSpPr/>
          <p:nvPr/>
        </p:nvSpPr>
        <p:spPr>
          <a:xfrm rot="13500000">
            <a:off x="5941115" y="3426671"/>
            <a:ext cx="67721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77A00-BF5C-3731-F7BB-78F773305E5B}"/>
              </a:ext>
            </a:extLst>
          </p:cNvPr>
          <p:cNvSpPr txBox="1"/>
          <p:nvPr/>
        </p:nvSpPr>
        <p:spPr>
          <a:xfrm>
            <a:off x="376706" y="34875"/>
            <a:ext cx="30218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- First Angle</a:t>
            </a:r>
            <a:endParaRPr lang="en-US" altLang="zh-CN" sz="1800" b="1">
              <a:solidFill>
                <a:srgbClr val="FF0000"/>
              </a:solidFill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- First Auxiliary Elevation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E2D14-A3B8-8F23-AF48-6A6E49717FA4}"/>
              </a:ext>
            </a:extLst>
          </p:cNvPr>
          <p:cNvSpPr txBox="1"/>
          <p:nvPr/>
        </p:nvSpPr>
        <p:spPr>
          <a:xfrm>
            <a:off x="376706" y="1357324"/>
            <a:ext cx="2526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behind</a:t>
            </a:r>
            <a:r>
              <a:rPr lang="en-US" b="1" dirty="0">
                <a:solidFill>
                  <a:srgbClr val="FF0000"/>
                </a:solidFill>
              </a:rPr>
              <a:t>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Plan</a:t>
            </a:r>
            <a:r>
              <a:rPr lang="en-US" b="1" dirty="0">
                <a:solidFill>
                  <a:srgbClr val="FF0000"/>
                </a:solidFill>
              </a:rPr>
              <a:t>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980262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E8A6D-A36F-118E-D611-44816C4D2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58F8996-AA9D-84C9-8113-C664053B2D9D}"/>
              </a:ext>
            </a:extLst>
          </p:cNvPr>
          <p:cNvSpPr/>
          <p:nvPr/>
        </p:nvSpPr>
        <p:spPr>
          <a:xfrm rot="18900000">
            <a:off x="7592602" y="3214024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hexagon&#10;&#10;AI-generated content may be incorrect.">
            <a:extLst>
              <a:ext uri="{FF2B5EF4-FFF2-40B4-BE49-F238E27FC236}">
                <a16:creationId xmlns:a16="http://schemas.microsoft.com/office/drawing/2014/main" id="{A6194548-8096-533F-4AC2-0292C9BC2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35" y="84438"/>
            <a:ext cx="3288574" cy="4706584"/>
          </a:xfrm>
          <a:prstGeom prst="rect">
            <a:avLst/>
          </a:prstGeom>
        </p:spPr>
      </p:pic>
      <p:sp>
        <p:nvSpPr>
          <p:cNvPr id="15" name="Parallelogram 14">
            <a:extLst>
              <a:ext uri="{FF2B5EF4-FFF2-40B4-BE49-F238E27FC236}">
                <a16:creationId xmlns:a16="http://schemas.microsoft.com/office/drawing/2014/main" id="{3FB8C0E9-FF34-8B34-323C-4392DDF0D136}"/>
              </a:ext>
            </a:extLst>
          </p:cNvPr>
          <p:cNvSpPr/>
          <p:nvPr/>
        </p:nvSpPr>
        <p:spPr>
          <a:xfrm rot="16200000">
            <a:off x="673899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2107DB0B-ABDF-5DFE-89C4-46D01158D168}"/>
              </a:ext>
            </a:extLst>
          </p:cNvPr>
          <p:cNvSpPr/>
          <p:nvPr/>
        </p:nvSpPr>
        <p:spPr>
          <a:xfrm rot="16200000">
            <a:off x="549417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D98223B7-B3E4-45D6-DAE7-C61EF6BE16F4}"/>
              </a:ext>
            </a:extLst>
          </p:cNvPr>
          <p:cNvSpPr/>
          <p:nvPr/>
        </p:nvSpPr>
        <p:spPr>
          <a:xfrm rot="9000000" flipV="1">
            <a:off x="598595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0DA6F30F-3EE3-BA19-B4FD-74737305ABA8}"/>
              </a:ext>
            </a:extLst>
          </p:cNvPr>
          <p:cNvSpPr/>
          <p:nvPr/>
        </p:nvSpPr>
        <p:spPr>
          <a:xfrm rot="16200000" flipV="1">
            <a:off x="649909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746D01-1DE3-4092-A68E-B3E5C61DE3A6}"/>
              </a:ext>
            </a:extLst>
          </p:cNvPr>
          <p:cNvGrpSpPr/>
          <p:nvPr/>
        </p:nvGrpSpPr>
        <p:grpSpPr>
          <a:xfrm>
            <a:off x="6550524" y="525596"/>
            <a:ext cx="1554485" cy="1262868"/>
            <a:chOff x="5249872" y="896296"/>
            <a:chExt cx="1554485" cy="126286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08753B6-C87B-3D12-7C8F-C613E860C615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A870785-18DC-7CFF-A4DD-6362221A232B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01719ED-2D37-3256-A0BC-671252B827F1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9F82A05-E841-C8FF-790B-223B4DE5B9AF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EE16587-6259-60E4-5902-73E2AA9A828B}"/>
              </a:ext>
            </a:extLst>
          </p:cNvPr>
          <p:cNvSpPr/>
          <p:nvPr/>
        </p:nvSpPr>
        <p:spPr>
          <a:xfrm>
            <a:off x="5776863" y="3709887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80172B-3285-32AF-38B9-97BCCC17F464}"/>
              </a:ext>
            </a:extLst>
          </p:cNvPr>
          <p:cNvSpPr/>
          <p:nvPr/>
        </p:nvSpPr>
        <p:spPr>
          <a:xfrm>
            <a:off x="6854036" y="271816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9737C9-14AC-F95F-656E-E5B0181E5228}"/>
              </a:ext>
            </a:extLst>
          </p:cNvPr>
          <p:cNvSpPr/>
          <p:nvPr/>
        </p:nvSpPr>
        <p:spPr>
          <a:xfrm>
            <a:off x="7931209" y="3702605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0585D6-32CE-EBD7-8B96-71C882B2CDC4}"/>
              </a:ext>
            </a:extLst>
          </p:cNvPr>
          <p:cNvSpPr/>
          <p:nvPr/>
        </p:nvSpPr>
        <p:spPr>
          <a:xfrm>
            <a:off x="6854036" y="3709887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E0FA6B-8D42-2087-ED99-AE5F2DCE4A7A}"/>
              </a:ext>
            </a:extLst>
          </p:cNvPr>
          <p:cNvSpPr txBox="1"/>
          <p:nvPr/>
        </p:nvSpPr>
        <p:spPr>
          <a:xfrm>
            <a:off x="3721886" y="34875"/>
            <a:ext cx="2288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- Third Angle</a:t>
            </a:r>
            <a:endParaRPr lang="en-US" altLang="zh-CN" sz="1800" b="1">
              <a:solidFill>
                <a:srgbClr val="FF0000"/>
              </a:solidFill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- First Auxiliary Plan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F0BCC-8122-C889-B1BD-FC3C11BD66D6}"/>
              </a:ext>
            </a:extLst>
          </p:cNvPr>
          <p:cNvSpPr txBox="1"/>
          <p:nvPr/>
        </p:nvSpPr>
        <p:spPr>
          <a:xfrm>
            <a:off x="3721887" y="1372082"/>
            <a:ext cx="21590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in front of </a:t>
            </a:r>
            <a:r>
              <a:rPr lang="en-US" b="1" dirty="0">
                <a:solidFill>
                  <a:srgbClr val="FF0000"/>
                </a:solidFill>
              </a:rPr>
              <a:t>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Elevation</a:t>
            </a:r>
            <a:r>
              <a:rPr lang="en-US" b="1" dirty="0">
                <a:solidFill>
                  <a:srgbClr val="FF0000"/>
                </a:solidFill>
              </a:rPr>
              <a:t>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243491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CE5C8-E909-8B81-C037-86A7DF0D6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75D5FD5-B45F-97EC-2A67-D4D2912C03CC}"/>
              </a:ext>
            </a:extLst>
          </p:cNvPr>
          <p:cNvSpPr/>
          <p:nvPr/>
        </p:nvSpPr>
        <p:spPr>
          <a:xfrm rot="2700000">
            <a:off x="6754681" y="3129597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415EB1B-C1BD-7366-BE33-BDCF58250A1E}"/>
              </a:ext>
            </a:extLst>
          </p:cNvPr>
          <p:cNvSpPr/>
          <p:nvPr/>
        </p:nvSpPr>
        <p:spPr>
          <a:xfrm rot="16200000">
            <a:off x="603033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068F8668-A3F0-2407-A472-4CCA903731B5}"/>
              </a:ext>
            </a:extLst>
          </p:cNvPr>
          <p:cNvSpPr/>
          <p:nvPr/>
        </p:nvSpPr>
        <p:spPr>
          <a:xfrm rot="16200000">
            <a:off x="478551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635F9905-6619-9A25-96BB-7A516B91EC17}"/>
              </a:ext>
            </a:extLst>
          </p:cNvPr>
          <p:cNvSpPr/>
          <p:nvPr/>
        </p:nvSpPr>
        <p:spPr>
          <a:xfrm rot="9000000" flipV="1">
            <a:off x="527729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16394FDA-49B1-40AD-EB5E-94A9267C9D73}"/>
              </a:ext>
            </a:extLst>
          </p:cNvPr>
          <p:cNvSpPr/>
          <p:nvPr/>
        </p:nvSpPr>
        <p:spPr>
          <a:xfrm rot="16200000" flipV="1">
            <a:off x="579043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507DA4-281E-1C20-CAF9-34B5F36C9F9D}"/>
              </a:ext>
            </a:extLst>
          </p:cNvPr>
          <p:cNvGrpSpPr/>
          <p:nvPr/>
        </p:nvGrpSpPr>
        <p:grpSpPr>
          <a:xfrm rot="14400000">
            <a:off x="5765007" y="573099"/>
            <a:ext cx="1554485" cy="1262868"/>
            <a:chOff x="5249872" y="896296"/>
            <a:chExt cx="1554485" cy="126286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F880138-41B7-1A8A-24F9-B259EA582A00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675B183-E0A5-5FFA-9445-39BB2B19AD96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60A5CFC-7F0A-65FF-D1F1-6774981A392D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5E5C2A5-A878-480F-0C87-D1FCA3CED6B5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FDE94709-D612-8CD7-2FF6-DCBCE3E50871}"/>
              </a:ext>
            </a:extLst>
          </p:cNvPr>
          <p:cNvSpPr/>
          <p:nvPr/>
        </p:nvSpPr>
        <p:spPr>
          <a:xfrm>
            <a:off x="5068203" y="369801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4FC3B4-B4F1-5FAA-2A18-0740299CD112}"/>
              </a:ext>
            </a:extLst>
          </p:cNvPr>
          <p:cNvSpPr/>
          <p:nvPr/>
        </p:nvSpPr>
        <p:spPr>
          <a:xfrm>
            <a:off x="6145376" y="2706287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E94D9E-9072-B3AA-C618-9E84FB286589}"/>
              </a:ext>
            </a:extLst>
          </p:cNvPr>
          <p:cNvSpPr/>
          <p:nvPr/>
        </p:nvSpPr>
        <p:spPr>
          <a:xfrm>
            <a:off x="7222549" y="369072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2AEFBD-4EAA-7CC1-2E46-E6244783F8DC}"/>
              </a:ext>
            </a:extLst>
          </p:cNvPr>
          <p:cNvSpPr/>
          <p:nvPr/>
        </p:nvSpPr>
        <p:spPr>
          <a:xfrm>
            <a:off x="6145376" y="369801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79155-7E51-A7CA-DDDC-F27170175ADC}"/>
              </a:ext>
            </a:extLst>
          </p:cNvPr>
          <p:cNvSpPr txBox="1"/>
          <p:nvPr/>
        </p:nvSpPr>
        <p:spPr>
          <a:xfrm>
            <a:off x="197621" y="34875"/>
            <a:ext cx="27360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- Third Angle</a:t>
            </a:r>
            <a:endParaRPr lang="en-US" altLang="zh-CN" sz="1800" b="1">
              <a:solidFill>
                <a:srgbClr val="FF0000"/>
              </a:solidFill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- First Auxiliary Elevation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D32D7-4A30-6905-1BA7-1A9F57B85BDE}"/>
              </a:ext>
            </a:extLst>
          </p:cNvPr>
          <p:cNvSpPr txBox="1"/>
          <p:nvPr/>
        </p:nvSpPr>
        <p:spPr>
          <a:xfrm>
            <a:off x="197621" y="1372082"/>
            <a:ext cx="2526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in front of </a:t>
            </a:r>
            <a:r>
              <a:rPr lang="en-US" b="1" dirty="0">
                <a:solidFill>
                  <a:srgbClr val="FF0000"/>
                </a:solidFill>
              </a:rPr>
              <a:t>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Plan</a:t>
            </a:r>
            <a:r>
              <a:rPr lang="en-US" b="1" dirty="0">
                <a:solidFill>
                  <a:srgbClr val="FF0000"/>
                </a:solidFill>
              </a:rPr>
              <a:t>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582355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96DA1-92F8-AA34-3370-8F255AFB8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800413-F22A-509B-A36C-D44AF3C1D5AE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EXAMPLE 3</a:t>
            </a:r>
          </a:p>
        </p:txBody>
      </p:sp>
      <p:pic>
        <p:nvPicPr>
          <p:cNvPr id="4" name="Picture 3" descr="A drawing of a hexagon and a hexagon&#10;&#10;AI-generated content may be incorrect.">
            <a:extLst>
              <a:ext uri="{FF2B5EF4-FFF2-40B4-BE49-F238E27FC236}">
                <a16:creationId xmlns:a16="http://schemas.microsoft.com/office/drawing/2014/main" id="{DBF146C6-371B-D076-E6D5-3496D67FE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84" y="718815"/>
            <a:ext cx="4679649" cy="32547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6E7484-FC85-073E-B98E-9E435F666F32}"/>
              </a:ext>
            </a:extLst>
          </p:cNvPr>
          <p:cNvSpPr/>
          <p:nvPr/>
        </p:nvSpPr>
        <p:spPr>
          <a:xfrm rot="1800000">
            <a:off x="6996852" y="3002911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100BC9A1-0BB2-E2A4-B695-801AB16CB40A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B94CF4AC-BD06-03C6-EEFB-7FF2D97D8F22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9F6796-83B9-F595-B5ED-91C27566A941}"/>
              </a:ext>
            </a:extLst>
          </p:cNvPr>
          <p:cNvCxnSpPr>
            <a:cxnSpLocks/>
          </p:cNvCxnSpPr>
          <p:nvPr/>
        </p:nvCxnSpPr>
        <p:spPr>
          <a:xfrm rot="3600000">
            <a:off x="6514711" y="1354851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CB90AB-CA26-B18B-61C8-9BEE1AAB8EEB}"/>
              </a:ext>
            </a:extLst>
          </p:cNvPr>
          <p:cNvCxnSpPr>
            <a:cxnSpLocks/>
          </p:cNvCxnSpPr>
          <p:nvPr/>
        </p:nvCxnSpPr>
        <p:spPr>
          <a:xfrm rot="3600000">
            <a:off x="6246043" y="567837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ABC59F-762A-044D-674E-71735B1690AC}"/>
              </a:ext>
            </a:extLst>
          </p:cNvPr>
          <p:cNvGrpSpPr/>
          <p:nvPr/>
        </p:nvGrpSpPr>
        <p:grpSpPr>
          <a:xfrm>
            <a:off x="6673499" y="319061"/>
            <a:ext cx="268668" cy="1753593"/>
            <a:chOff x="6673499" y="319061"/>
            <a:chExt cx="268668" cy="17535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67AC1F-D3B6-929F-E541-E6494AB0BD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499" y="1292964"/>
              <a:ext cx="268668" cy="77969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9FFDA66-01F6-FB92-4C9D-D91881C96484}"/>
                </a:ext>
              </a:extLst>
            </p:cNvPr>
            <p:cNvCxnSpPr>
              <a:cxnSpLocks/>
            </p:cNvCxnSpPr>
            <p:nvPr/>
          </p:nvCxnSpPr>
          <p:spPr>
            <a:xfrm>
              <a:off x="6673499" y="319061"/>
              <a:ext cx="268668" cy="78807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C7D473B-C359-87E1-AC33-208B5E45EA2F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8BC7A9-3A68-457E-544C-739C90E957A7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422FB9-4757-0776-314A-B16D9ABFBE7E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E90C3F-AFD9-853D-D99A-B2718A88FF1F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FAF68791-9EA3-DA46-F01C-9E96900A7C2D}"/>
              </a:ext>
            </a:extLst>
          </p:cNvPr>
          <p:cNvSpPr/>
          <p:nvPr/>
        </p:nvSpPr>
        <p:spPr>
          <a:xfrm rot="9000000" flipV="1">
            <a:off x="5381401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285B0BF-49C6-A54E-EE2D-11CFA02AD3E2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300AFB5-6122-5198-8914-2B9697BC64A2}"/>
              </a:ext>
            </a:extLst>
          </p:cNvPr>
          <p:cNvCxnSpPr>
            <a:cxnSpLocks/>
          </p:cNvCxnSpPr>
          <p:nvPr/>
        </p:nvCxnSpPr>
        <p:spPr>
          <a:xfrm>
            <a:off x="1235033" y="1151328"/>
            <a:ext cx="14514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53B94F-533C-6C69-5EA1-7B9AD2C03DB4}"/>
              </a:ext>
            </a:extLst>
          </p:cNvPr>
          <p:cNvCxnSpPr>
            <a:cxnSpLocks/>
          </p:cNvCxnSpPr>
          <p:nvPr/>
        </p:nvCxnSpPr>
        <p:spPr>
          <a:xfrm>
            <a:off x="823344" y="1291852"/>
            <a:ext cx="134191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38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B079-55D5-6CE2-3EC6-2C2BEBF5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C83F8-B69F-185B-3DE3-624E2A6835BD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EXAMPLE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B640F8-2BC9-62DA-8B4C-C41F4394CE79}"/>
              </a:ext>
            </a:extLst>
          </p:cNvPr>
          <p:cNvSpPr/>
          <p:nvPr/>
        </p:nvSpPr>
        <p:spPr>
          <a:xfrm rot="1800000">
            <a:off x="6996852" y="3002911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13DCEF6-2CD5-9902-1754-D7F1D644FDF9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03BB8C0-7222-CC38-AFF9-F046C13DC8F7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D98828-5500-E183-469F-504E40ACAEF5}"/>
              </a:ext>
            </a:extLst>
          </p:cNvPr>
          <p:cNvCxnSpPr>
            <a:cxnSpLocks/>
          </p:cNvCxnSpPr>
          <p:nvPr/>
        </p:nvCxnSpPr>
        <p:spPr>
          <a:xfrm rot="3600000">
            <a:off x="6514711" y="1354851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CE3AEB-453F-9015-8F65-79789A83B86B}"/>
              </a:ext>
            </a:extLst>
          </p:cNvPr>
          <p:cNvCxnSpPr>
            <a:cxnSpLocks/>
          </p:cNvCxnSpPr>
          <p:nvPr/>
        </p:nvCxnSpPr>
        <p:spPr>
          <a:xfrm rot="3600000">
            <a:off x="6246043" y="567837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69198E-ED4F-6164-2474-ADFA885163FA}"/>
              </a:ext>
            </a:extLst>
          </p:cNvPr>
          <p:cNvGrpSpPr/>
          <p:nvPr/>
        </p:nvGrpSpPr>
        <p:grpSpPr>
          <a:xfrm>
            <a:off x="6673499" y="319061"/>
            <a:ext cx="268668" cy="1753593"/>
            <a:chOff x="6673499" y="319061"/>
            <a:chExt cx="268668" cy="17535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FB25CDA-D917-C442-CAFA-676820DC50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499" y="1292964"/>
              <a:ext cx="268668" cy="77969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2AFF4D7-75F8-900F-E948-7147DB8C024A}"/>
                </a:ext>
              </a:extLst>
            </p:cNvPr>
            <p:cNvCxnSpPr>
              <a:cxnSpLocks/>
            </p:cNvCxnSpPr>
            <p:nvPr/>
          </p:nvCxnSpPr>
          <p:spPr>
            <a:xfrm>
              <a:off x="6673499" y="319061"/>
              <a:ext cx="268668" cy="78807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7A2CB-AF54-3B10-DA7C-5AC8C964E9F8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7BA18-2E1D-BA18-4CF7-8B13C1636785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04319F-50E8-2A5E-4382-13B0B1CCDC3D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0CFBF2-CEA1-70DC-752F-5705C010E8FD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C042B6A2-C9C8-D713-5FF0-A58BEB8851EA}"/>
              </a:ext>
            </a:extLst>
          </p:cNvPr>
          <p:cNvSpPr/>
          <p:nvPr/>
        </p:nvSpPr>
        <p:spPr>
          <a:xfrm rot="9000000" flipV="1">
            <a:off x="5381401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A4084625-E87A-A394-87F7-8C7DEFEEC8E2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plan and elevation&#10;&#10;AI-generated content may be incorrect.">
            <a:extLst>
              <a:ext uri="{FF2B5EF4-FFF2-40B4-BE49-F238E27FC236}">
                <a16:creationId xmlns:a16="http://schemas.microsoft.com/office/drawing/2014/main" id="{BB150384-F77B-BCCD-044F-4C63E1997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60" y="962934"/>
            <a:ext cx="4623232" cy="34749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CB1EE3-215E-510B-558E-AC1AEBD2430E}"/>
              </a:ext>
            </a:extLst>
          </p:cNvPr>
          <p:cNvSpPr txBox="1"/>
          <p:nvPr/>
        </p:nvSpPr>
        <p:spPr>
          <a:xfrm>
            <a:off x="2724357" y="4237857"/>
            <a:ext cx="2403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Hidden lines missed!</a:t>
            </a:r>
          </a:p>
        </p:txBody>
      </p:sp>
    </p:spTree>
    <p:extLst>
      <p:ext uri="{BB962C8B-B14F-4D97-AF65-F5344CB8AC3E}">
        <p14:creationId xmlns:p14="http://schemas.microsoft.com/office/powerpoint/2010/main" val="273653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96D10-A3FF-DCD9-58F9-36AD9384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6649E-1FBD-7273-0766-EE7B6D946360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EXAMPLE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8462B8-E549-978E-F930-D636C21E92CE}"/>
              </a:ext>
            </a:extLst>
          </p:cNvPr>
          <p:cNvSpPr/>
          <p:nvPr/>
        </p:nvSpPr>
        <p:spPr>
          <a:xfrm rot="1800000">
            <a:off x="6996852" y="3002911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DA22381-7FFF-9A69-CE79-DDC056A63D0A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E606483-9883-E65F-C3DB-FF0AC62427B0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773F85-5BBC-665E-E846-A8C1F6B28466}"/>
              </a:ext>
            </a:extLst>
          </p:cNvPr>
          <p:cNvCxnSpPr>
            <a:cxnSpLocks/>
          </p:cNvCxnSpPr>
          <p:nvPr/>
        </p:nvCxnSpPr>
        <p:spPr>
          <a:xfrm rot="3600000">
            <a:off x="6514711" y="1354851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8B74C1-F631-C0FF-7AC2-32EC79FA30EC}"/>
              </a:ext>
            </a:extLst>
          </p:cNvPr>
          <p:cNvCxnSpPr>
            <a:cxnSpLocks/>
          </p:cNvCxnSpPr>
          <p:nvPr/>
        </p:nvCxnSpPr>
        <p:spPr>
          <a:xfrm rot="3600000">
            <a:off x="6246043" y="567837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E285BF-2943-772A-FD0F-7A23B6DF234D}"/>
              </a:ext>
            </a:extLst>
          </p:cNvPr>
          <p:cNvGrpSpPr/>
          <p:nvPr/>
        </p:nvGrpSpPr>
        <p:grpSpPr>
          <a:xfrm>
            <a:off x="6673499" y="319061"/>
            <a:ext cx="268668" cy="1753593"/>
            <a:chOff x="6673499" y="319061"/>
            <a:chExt cx="268668" cy="17535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D562F6-D684-FD9B-57CE-0AA691EDC8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499" y="1292964"/>
              <a:ext cx="268668" cy="77969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9247A67-B6FD-CA03-0F72-FDAA69BC26FF}"/>
                </a:ext>
              </a:extLst>
            </p:cNvPr>
            <p:cNvCxnSpPr>
              <a:cxnSpLocks/>
            </p:cNvCxnSpPr>
            <p:nvPr/>
          </p:nvCxnSpPr>
          <p:spPr>
            <a:xfrm>
              <a:off x="6673499" y="319061"/>
              <a:ext cx="268668" cy="78807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2236F99-A07E-9AD6-B63D-DA07218F658D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5CEC35-1C5B-EBA7-80F5-567877D3D6CD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B896C3-E4A0-012D-6B84-B7A1E32A8242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758749-FFBB-4724-C480-26D77CBAFF80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C85BEF78-7C61-9068-AB3F-98BE79EE8375}"/>
              </a:ext>
            </a:extLst>
          </p:cNvPr>
          <p:cNvSpPr/>
          <p:nvPr/>
        </p:nvSpPr>
        <p:spPr>
          <a:xfrm rot="9000000" flipV="1">
            <a:off x="5381401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E998E3C4-FAEC-1610-9056-FFB73240F490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plan and elevation&#10;&#10;AI-generated content may be incorrect.">
            <a:extLst>
              <a:ext uri="{FF2B5EF4-FFF2-40B4-BE49-F238E27FC236}">
                <a16:creationId xmlns:a16="http://schemas.microsoft.com/office/drawing/2014/main" id="{62692FDF-48CC-B51F-3165-E0A289622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60" y="962934"/>
            <a:ext cx="4623232" cy="347497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D54E544-8D78-4C20-B4A3-233F1E3391BA}"/>
              </a:ext>
            </a:extLst>
          </p:cNvPr>
          <p:cNvSpPr/>
          <p:nvPr/>
        </p:nvSpPr>
        <p:spPr>
          <a:xfrm rot="1147554">
            <a:off x="3803797" y="2812129"/>
            <a:ext cx="444022" cy="245815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364241-47F9-7693-3954-55112E317451}"/>
              </a:ext>
            </a:extLst>
          </p:cNvPr>
          <p:cNvSpPr/>
          <p:nvPr/>
        </p:nvSpPr>
        <p:spPr>
          <a:xfrm rot="1147554">
            <a:off x="3980011" y="2045366"/>
            <a:ext cx="444022" cy="245815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469203-1953-4CD5-337A-748AFC751129}"/>
              </a:ext>
            </a:extLst>
          </p:cNvPr>
          <p:cNvCxnSpPr>
            <a:cxnSpLocks/>
          </p:cNvCxnSpPr>
          <p:nvPr/>
        </p:nvCxnSpPr>
        <p:spPr>
          <a:xfrm>
            <a:off x="3638550" y="2127250"/>
            <a:ext cx="422275" cy="14605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F783FE-8E20-22BC-3757-0A18C82E7AF6}"/>
              </a:ext>
            </a:extLst>
          </p:cNvPr>
          <p:cNvCxnSpPr>
            <a:cxnSpLocks/>
          </p:cNvCxnSpPr>
          <p:nvPr/>
        </p:nvCxnSpPr>
        <p:spPr>
          <a:xfrm flipV="1">
            <a:off x="4025808" y="2279650"/>
            <a:ext cx="35017" cy="1651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7FBF2C-9749-7D82-7734-987991E86655}"/>
              </a:ext>
            </a:extLst>
          </p:cNvPr>
          <p:cNvCxnSpPr>
            <a:cxnSpLocks/>
          </p:cNvCxnSpPr>
          <p:nvPr/>
        </p:nvCxnSpPr>
        <p:spPr>
          <a:xfrm flipH="1" flipV="1">
            <a:off x="4060825" y="2279650"/>
            <a:ext cx="631128" cy="1651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2E80A7-C32F-20E9-BD80-2CA3D3F53433}"/>
              </a:ext>
            </a:extLst>
          </p:cNvPr>
          <p:cNvCxnSpPr>
            <a:cxnSpLocks/>
          </p:cNvCxnSpPr>
          <p:nvPr/>
        </p:nvCxnSpPr>
        <p:spPr>
          <a:xfrm flipV="1">
            <a:off x="4223868" y="2746172"/>
            <a:ext cx="89058" cy="37772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8D9285-D2AF-B47B-DDF7-0E87462FF264}"/>
              </a:ext>
            </a:extLst>
          </p:cNvPr>
          <p:cNvCxnSpPr>
            <a:cxnSpLocks/>
          </p:cNvCxnSpPr>
          <p:nvPr/>
        </p:nvCxnSpPr>
        <p:spPr>
          <a:xfrm flipV="1">
            <a:off x="3812872" y="3057525"/>
            <a:ext cx="36815" cy="15527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0F4BFF-C61E-CFCC-D1CC-F595245FA58A}"/>
              </a:ext>
            </a:extLst>
          </p:cNvPr>
          <p:cNvCxnSpPr>
            <a:cxnSpLocks/>
          </p:cNvCxnSpPr>
          <p:nvPr/>
        </p:nvCxnSpPr>
        <p:spPr>
          <a:xfrm flipH="1" flipV="1">
            <a:off x="3438691" y="2900040"/>
            <a:ext cx="410996" cy="13208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D5DE841-A61C-8878-14FD-4E4FCD2316A9}"/>
              </a:ext>
            </a:extLst>
          </p:cNvPr>
          <p:cNvCxnSpPr>
            <a:cxnSpLocks/>
          </p:cNvCxnSpPr>
          <p:nvPr/>
        </p:nvCxnSpPr>
        <p:spPr>
          <a:xfrm flipH="1" flipV="1">
            <a:off x="3857263" y="3032125"/>
            <a:ext cx="366605" cy="10303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398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0605A-89A6-29EB-CE7A-F76A72057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5B3746-0966-360E-0585-DE19F92A353F}"/>
              </a:ext>
            </a:extLst>
          </p:cNvPr>
          <p:cNvSpPr txBox="1"/>
          <p:nvPr/>
        </p:nvSpPr>
        <p:spPr>
          <a:xfrm>
            <a:off x="196284" y="157985"/>
            <a:ext cx="248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Appendix 2 - EXAMPLE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54135C-1C40-E713-51B3-AF2EEF574364}"/>
              </a:ext>
            </a:extLst>
          </p:cNvPr>
          <p:cNvSpPr/>
          <p:nvPr/>
        </p:nvSpPr>
        <p:spPr>
          <a:xfrm rot="3600000">
            <a:off x="5812908" y="3162776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DFE61711-9096-E552-D18E-42DFED914535}"/>
              </a:ext>
            </a:extLst>
          </p:cNvPr>
          <p:cNvSpPr/>
          <p:nvPr/>
        </p:nvSpPr>
        <p:spPr>
          <a:xfrm rot="16200000">
            <a:off x="603033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BBFB02A6-5943-B894-A573-E9EE8AA211C2}"/>
              </a:ext>
            </a:extLst>
          </p:cNvPr>
          <p:cNvSpPr/>
          <p:nvPr/>
        </p:nvSpPr>
        <p:spPr>
          <a:xfrm rot="16200000">
            <a:off x="478551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6CF595C-828E-473E-8FD8-F6E72A791553}"/>
              </a:ext>
            </a:extLst>
          </p:cNvPr>
          <p:cNvSpPr/>
          <p:nvPr/>
        </p:nvSpPr>
        <p:spPr>
          <a:xfrm rot="9000000" flipV="1">
            <a:off x="527729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7845C71C-7634-B894-7E78-F35EA1F54701}"/>
              </a:ext>
            </a:extLst>
          </p:cNvPr>
          <p:cNvSpPr/>
          <p:nvPr/>
        </p:nvSpPr>
        <p:spPr>
          <a:xfrm rot="16200000" flipV="1">
            <a:off x="579043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E4892F3-ECE4-EA6B-479C-B05444516DA6}"/>
              </a:ext>
            </a:extLst>
          </p:cNvPr>
          <p:cNvGrpSpPr/>
          <p:nvPr/>
        </p:nvGrpSpPr>
        <p:grpSpPr>
          <a:xfrm>
            <a:off x="5262789" y="639053"/>
            <a:ext cx="1198912" cy="1879396"/>
            <a:chOff x="5262789" y="639053"/>
            <a:chExt cx="1198912" cy="187939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3334F44-D573-AE6B-1A9B-22C35F067C86}"/>
                </a:ext>
              </a:extLst>
            </p:cNvPr>
            <p:cNvCxnSpPr>
              <a:cxnSpLocks/>
            </p:cNvCxnSpPr>
            <p:nvPr/>
          </p:nvCxnSpPr>
          <p:spPr>
            <a:xfrm>
              <a:off x="5262789" y="2032799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7B211E-5E86-9516-9356-8F396ABC4C70}"/>
                </a:ext>
              </a:extLst>
            </p:cNvPr>
            <p:cNvCxnSpPr>
              <a:cxnSpLocks/>
            </p:cNvCxnSpPr>
            <p:nvPr/>
          </p:nvCxnSpPr>
          <p:spPr>
            <a:xfrm>
              <a:off x="5606789" y="639053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CC7A18B-03C9-4306-1883-A0DB810FF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700" y="1115472"/>
              <a:ext cx="355001" cy="139438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D795E0B-1F82-67EE-C8C9-159071F8B7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789" y="639053"/>
              <a:ext cx="344000" cy="1393746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3B5B708-0669-856D-65B6-FA26A8EEAD4B}"/>
              </a:ext>
            </a:extLst>
          </p:cNvPr>
          <p:cNvSpPr/>
          <p:nvPr/>
        </p:nvSpPr>
        <p:spPr>
          <a:xfrm>
            <a:off x="5068203" y="370394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2A5D6F-D418-5290-BC7B-5B397D172E7F}"/>
              </a:ext>
            </a:extLst>
          </p:cNvPr>
          <p:cNvSpPr/>
          <p:nvPr/>
        </p:nvSpPr>
        <p:spPr>
          <a:xfrm>
            <a:off x="6145376" y="2712225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B3F118-F8BD-52D3-63A9-895C7E7E0519}"/>
              </a:ext>
            </a:extLst>
          </p:cNvPr>
          <p:cNvSpPr/>
          <p:nvPr/>
        </p:nvSpPr>
        <p:spPr>
          <a:xfrm>
            <a:off x="7222549" y="3696667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B19A64-AC7E-9432-BFDF-C25A630D9639}"/>
              </a:ext>
            </a:extLst>
          </p:cNvPr>
          <p:cNvSpPr/>
          <p:nvPr/>
        </p:nvSpPr>
        <p:spPr>
          <a:xfrm>
            <a:off x="6145376" y="370394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diagram of angles and angles&#10;&#10;AI-generated content may be incorrect.">
            <a:extLst>
              <a:ext uri="{FF2B5EF4-FFF2-40B4-BE49-F238E27FC236}">
                <a16:creationId xmlns:a16="http://schemas.microsoft.com/office/drawing/2014/main" id="{E2BBF7C5-D1C6-E906-9DF3-527A19DE4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98" y="1100248"/>
            <a:ext cx="4644058" cy="283640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D51103-5E3A-30E4-7D39-3FB1BB96796A}"/>
              </a:ext>
            </a:extLst>
          </p:cNvPr>
          <p:cNvCxnSpPr>
            <a:cxnSpLocks/>
          </p:cNvCxnSpPr>
          <p:nvPr/>
        </p:nvCxnSpPr>
        <p:spPr>
          <a:xfrm>
            <a:off x="823344" y="1642754"/>
            <a:ext cx="134191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C2ECA71-2DE5-0322-80C3-E5E0A801FC55}"/>
              </a:ext>
            </a:extLst>
          </p:cNvPr>
          <p:cNvSpPr/>
          <p:nvPr/>
        </p:nvSpPr>
        <p:spPr>
          <a:xfrm>
            <a:off x="2050202" y="1335943"/>
            <a:ext cx="550494" cy="154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plan</a:t>
            </a:r>
            <a:endParaRPr lang="en-US" sz="1200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9D7E6D-F55F-6D85-C003-902A5B58633D}"/>
              </a:ext>
            </a:extLst>
          </p:cNvPr>
          <p:cNvCxnSpPr>
            <a:cxnSpLocks/>
          </p:cNvCxnSpPr>
          <p:nvPr/>
        </p:nvCxnSpPr>
        <p:spPr>
          <a:xfrm>
            <a:off x="1258785" y="1490354"/>
            <a:ext cx="134191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859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E53A-DC55-0A4D-FAE3-B051D3D0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1768BC-5508-09F6-8DC8-B19B128D95B1}"/>
              </a:ext>
            </a:extLst>
          </p:cNvPr>
          <p:cNvSpPr txBox="1"/>
          <p:nvPr/>
        </p:nvSpPr>
        <p:spPr>
          <a:xfrm>
            <a:off x="196284" y="157985"/>
            <a:ext cx="2891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Appendix 2 - EXAMPLE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743A05-6194-A3E0-5DE3-59D4507626B8}"/>
              </a:ext>
            </a:extLst>
          </p:cNvPr>
          <p:cNvSpPr/>
          <p:nvPr/>
        </p:nvSpPr>
        <p:spPr>
          <a:xfrm rot="3600000">
            <a:off x="5812908" y="3168714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F7A06D3C-8586-936E-9980-235FA6C0D097}"/>
              </a:ext>
            </a:extLst>
          </p:cNvPr>
          <p:cNvSpPr/>
          <p:nvPr/>
        </p:nvSpPr>
        <p:spPr>
          <a:xfrm rot="16200000">
            <a:off x="603033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07E11142-9F2F-F34B-1B87-1006E1103E36}"/>
              </a:ext>
            </a:extLst>
          </p:cNvPr>
          <p:cNvSpPr/>
          <p:nvPr/>
        </p:nvSpPr>
        <p:spPr>
          <a:xfrm rot="16200000">
            <a:off x="478551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6185065D-3EC7-67BC-CAF0-60A5B1A9EC3B}"/>
              </a:ext>
            </a:extLst>
          </p:cNvPr>
          <p:cNvSpPr/>
          <p:nvPr/>
        </p:nvSpPr>
        <p:spPr>
          <a:xfrm rot="9000000" flipV="1">
            <a:off x="527729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F4AADB00-82C2-0026-6741-F65E8E33A89B}"/>
              </a:ext>
            </a:extLst>
          </p:cNvPr>
          <p:cNvSpPr/>
          <p:nvPr/>
        </p:nvSpPr>
        <p:spPr>
          <a:xfrm rot="16200000" flipV="1">
            <a:off x="579043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C2CC98F-B492-3101-7A84-7EE2A0F4E511}"/>
              </a:ext>
            </a:extLst>
          </p:cNvPr>
          <p:cNvGrpSpPr/>
          <p:nvPr/>
        </p:nvGrpSpPr>
        <p:grpSpPr>
          <a:xfrm>
            <a:off x="5262789" y="639053"/>
            <a:ext cx="1198912" cy="1879396"/>
            <a:chOff x="5262789" y="639053"/>
            <a:chExt cx="1198912" cy="187939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938A563-F5A1-ECC3-CA78-1271AE110054}"/>
                </a:ext>
              </a:extLst>
            </p:cNvPr>
            <p:cNvCxnSpPr>
              <a:cxnSpLocks/>
            </p:cNvCxnSpPr>
            <p:nvPr/>
          </p:nvCxnSpPr>
          <p:spPr>
            <a:xfrm>
              <a:off x="5262789" y="2032799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7D635E6-8972-619E-03E6-AA9DD1D043FB}"/>
                </a:ext>
              </a:extLst>
            </p:cNvPr>
            <p:cNvCxnSpPr>
              <a:cxnSpLocks/>
            </p:cNvCxnSpPr>
            <p:nvPr/>
          </p:nvCxnSpPr>
          <p:spPr>
            <a:xfrm>
              <a:off x="5606789" y="639053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33490E-D5E4-36C9-78E1-E14EEFED2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700" y="1115472"/>
              <a:ext cx="355001" cy="139438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9A1FA2E-9948-91CF-D4FB-CDFE439B8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789" y="639053"/>
              <a:ext cx="344000" cy="1393746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3DF8474-C4B1-8148-3BDF-A81F67851AFD}"/>
              </a:ext>
            </a:extLst>
          </p:cNvPr>
          <p:cNvSpPr/>
          <p:nvPr/>
        </p:nvSpPr>
        <p:spPr>
          <a:xfrm>
            <a:off x="5068203" y="3709887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136272-0BEB-78D8-7B56-17BFD92E77B4}"/>
              </a:ext>
            </a:extLst>
          </p:cNvPr>
          <p:cNvSpPr/>
          <p:nvPr/>
        </p:nvSpPr>
        <p:spPr>
          <a:xfrm>
            <a:off x="6145376" y="271816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31858E-4BF2-5B76-1363-E4BF384F8EEF}"/>
              </a:ext>
            </a:extLst>
          </p:cNvPr>
          <p:cNvSpPr/>
          <p:nvPr/>
        </p:nvSpPr>
        <p:spPr>
          <a:xfrm>
            <a:off x="7222549" y="3702605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008A46-6F9E-B0E4-3E1A-92A8D26F7DA6}"/>
              </a:ext>
            </a:extLst>
          </p:cNvPr>
          <p:cNvSpPr/>
          <p:nvPr/>
        </p:nvSpPr>
        <p:spPr>
          <a:xfrm>
            <a:off x="6145376" y="3709887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A diagram of a triangle and a triangle&#10;&#10;AI-generated content may be incorrect.">
            <a:extLst>
              <a:ext uri="{FF2B5EF4-FFF2-40B4-BE49-F238E27FC236}">
                <a16:creationId xmlns:a16="http://schemas.microsoft.com/office/drawing/2014/main" id="{FA3704A5-4D18-58EA-309D-208BB8BCD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42" y="564917"/>
            <a:ext cx="3757009" cy="425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38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DDCAD-4DCD-285E-C46C-90CB96B27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6F30482-F189-79A5-07DC-B551D480FC73}"/>
              </a:ext>
            </a:extLst>
          </p:cNvPr>
          <p:cNvSpPr/>
          <p:nvPr/>
        </p:nvSpPr>
        <p:spPr>
          <a:xfrm rot="1823857">
            <a:off x="5894245" y="3607254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5BBFD2-334B-19FC-AC32-2F758639BF6B}"/>
              </a:ext>
            </a:extLst>
          </p:cNvPr>
          <p:cNvSpPr txBox="1"/>
          <p:nvPr/>
        </p:nvSpPr>
        <p:spPr>
          <a:xfrm>
            <a:off x="196284" y="157985"/>
            <a:ext cx="2509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Appendix 2 - EXAMPLE 2</a:t>
            </a:r>
          </a:p>
        </p:txBody>
      </p:sp>
      <p:pic>
        <p:nvPicPr>
          <p:cNvPr id="4" name="Picture 3" descr="A diagram of a triangle with a triangle and a triangle with a triangle and a triangle with a triangle and a triangle with a triangle with a triangle and a triangle with a triangle with a triangle with&#10;&#10;AI-generated content may be incorrect.">
            <a:extLst>
              <a:ext uri="{FF2B5EF4-FFF2-40B4-BE49-F238E27FC236}">
                <a16:creationId xmlns:a16="http://schemas.microsoft.com/office/drawing/2014/main" id="{55A8A6DE-0C7C-C66C-B16D-EF725A42B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61" y="738187"/>
            <a:ext cx="4803779" cy="3338219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435F6795-66C5-1AB3-C669-3577B41AECB7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C91D54E-10EF-4E52-9214-D5F51D6A39D8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300792-AEB6-C3C6-1AF6-76001331E49C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2C585D-90A6-36BA-0B95-BCCB356ABA3B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502C28-C88D-A8DC-C7E6-2484C274AFCA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D29B11-199A-9221-9B94-3EADF4E11732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B066A917-0F05-B37B-8F4B-F22B40DA1A06}"/>
              </a:ext>
            </a:extLst>
          </p:cNvPr>
          <p:cNvSpPr/>
          <p:nvPr/>
        </p:nvSpPr>
        <p:spPr>
          <a:xfrm rot="9000000" flipV="1">
            <a:off x="5360107" y="20230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6FCD5E7E-69A9-6E81-A2B9-A2B2A7419F37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517203-1AB6-0527-DABB-531F1260544A}"/>
              </a:ext>
            </a:extLst>
          </p:cNvPr>
          <p:cNvGrpSpPr/>
          <p:nvPr/>
        </p:nvGrpSpPr>
        <p:grpSpPr>
          <a:xfrm>
            <a:off x="5749426" y="738187"/>
            <a:ext cx="950256" cy="1687208"/>
            <a:chOff x="5749426" y="738187"/>
            <a:chExt cx="950256" cy="168720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4D4B429-0328-DA1C-8D0F-EF267C88EB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9426" y="208927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661EA6D-33A4-ECFC-0E74-E977706D63BC}"/>
                </a:ext>
              </a:extLst>
            </p:cNvPr>
            <p:cNvCxnSpPr>
              <a:cxnSpLocks/>
            </p:cNvCxnSpPr>
            <p:nvPr/>
          </p:nvCxnSpPr>
          <p:spPr>
            <a:xfrm>
              <a:off x="6066178" y="73818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8344965-05DD-87CB-D5D0-0A15D23EAA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2930" y="1072216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5878D4-ADCE-A775-592A-998336759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4987" y="754197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4191D1-D4F7-4B3D-99DB-EE859F6E1DD9}"/>
              </a:ext>
            </a:extLst>
          </p:cNvPr>
          <p:cNvCxnSpPr>
            <a:cxnSpLocks/>
          </p:cNvCxnSpPr>
          <p:nvPr/>
        </p:nvCxnSpPr>
        <p:spPr>
          <a:xfrm>
            <a:off x="1235033" y="1086181"/>
            <a:ext cx="973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FAF710-A9C2-F4C3-45C1-58CE143F5069}"/>
              </a:ext>
            </a:extLst>
          </p:cNvPr>
          <p:cNvCxnSpPr>
            <a:cxnSpLocks/>
          </p:cNvCxnSpPr>
          <p:nvPr/>
        </p:nvCxnSpPr>
        <p:spPr>
          <a:xfrm>
            <a:off x="823344" y="1226705"/>
            <a:ext cx="134191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724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B7E30-5924-FF4E-CFCA-C4C78136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CE792-C51A-86D0-7879-39CD55877E6E}"/>
              </a:ext>
            </a:extLst>
          </p:cNvPr>
          <p:cNvSpPr txBox="1"/>
          <p:nvPr/>
        </p:nvSpPr>
        <p:spPr>
          <a:xfrm>
            <a:off x="196284" y="157985"/>
            <a:ext cx="287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Appendix 2 - EXAMPLE 2</a:t>
            </a:r>
          </a:p>
        </p:txBody>
      </p:sp>
      <p:pic>
        <p:nvPicPr>
          <p:cNvPr id="4" name="Picture 3" descr="A diagram of a pyramid and a pyramid&#10;&#10;AI-generated content may be incorrect.">
            <a:extLst>
              <a:ext uri="{FF2B5EF4-FFF2-40B4-BE49-F238E27FC236}">
                <a16:creationId xmlns:a16="http://schemas.microsoft.com/office/drawing/2014/main" id="{2931F94F-AD38-5F75-891F-925E32884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49" y="846404"/>
            <a:ext cx="4589651" cy="32302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2A4973-C612-2045-CA9B-265E75CC4835}"/>
              </a:ext>
            </a:extLst>
          </p:cNvPr>
          <p:cNvSpPr/>
          <p:nvPr/>
        </p:nvSpPr>
        <p:spPr>
          <a:xfrm rot="1823857">
            <a:off x="5894245" y="3607254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D4957B2-D4A3-8B46-C191-9D5ED2E57E41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9EF66703-1F7D-7304-6265-43EC9801F9F5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8F436D-C6C5-463C-71A8-681575F55FDD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CAD75E-37A7-3B05-2AD0-399B4FDC5875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F049A9-F726-8E6C-05EB-83D4665850BE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11F3B-D15F-5272-4291-CD879FCB9C00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CE3430F-2AB8-DD56-5817-B9FC48406123}"/>
              </a:ext>
            </a:extLst>
          </p:cNvPr>
          <p:cNvSpPr/>
          <p:nvPr/>
        </p:nvSpPr>
        <p:spPr>
          <a:xfrm rot="9000000" flipV="1">
            <a:off x="5360107" y="20230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241D7B27-90FD-1AEA-1356-5E7C6C4DC3AA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1B0B35-7B78-A882-3F6E-3B00233CF51C}"/>
              </a:ext>
            </a:extLst>
          </p:cNvPr>
          <p:cNvGrpSpPr/>
          <p:nvPr/>
        </p:nvGrpSpPr>
        <p:grpSpPr>
          <a:xfrm>
            <a:off x="5749426" y="738187"/>
            <a:ext cx="950256" cy="1687208"/>
            <a:chOff x="5749426" y="738187"/>
            <a:chExt cx="950256" cy="168720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43C61D-6A1A-5F49-D01C-412A47AF3139}"/>
                </a:ext>
              </a:extLst>
            </p:cNvPr>
            <p:cNvCxnSpPr>
              <a:cxnSpLocks/>
            </p:cNvCxnSpPr>
            <p:nvPr/>
          </p:nvCxnSpPr>
          <p:spPr>
            <a:xfrm>
              <a:off x="5749426" y="208927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968C35-2192-DE4F-A3B0-5AA40CA2EB17}"/>
                </a:ext>
              </a:extLst>
            </p:cNvPr>
            <p:cNvCxnSpPr>
              <a:cxnSpLocks/>
            </p:cNvCxnSpPr>
            <p:nvPr/>
          </p:nvCxnSpPr>
          <p:spPr>
            <a:xfrm>
              <a:off x="6066178" y="73818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022AA05-B67C-EAE6-FF5A-77624787FF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2930" y="1072216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45AF37B-E7CF-4F07-34D2-94A6D6F4F1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4987" y="754197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4679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3B55-20AB-7097-8C95-C5BE94191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04EB539-52AB-B5FF-B6E5-E8BFCABE02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07" b="12242"/>
          <a:stretch>
            <a:fillRect/>
          </a:stretch>
        </p:blipFill>
        <p:spPr>
          <a:xfrm>
            <a:off x="4425659" y="691661"/>
            <a:ext cx="2372530" cy="3834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FBCE3-F323-63C5-3C75-A635AF027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24" y="900866"/>
            <a:ext cx="3537210" cy="35372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E94A0A-9EE8-73FD-6C2B-A49890A7BB5B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download the slides?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E0FABD-FA60-012E-779A-48C4FF2AA917}"/>
              </a:ext>
            </a:extLst>
          </p:cNvPr>
          <p:cNvCxnSpPr>
            <a:cxnSpLocks/>
          </p:cNvCxnSpPr>
          <p:nvPr/>
        </p:nvCxnSpPr>
        <p:spPr>
          <a:xfrm flipV="1">
            <a:off x="3586555" y="2232204"/>
            <a:ext cx="839104" cy="376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D3ACCA7-6E88-5799-9F91-CB1B8509540A}"/>
              </a:ext>
            </a:extLst>
          </p:cNvPr>
          <p:cNvSpPr/>
          <p:nvPr/>
        </p:nvSpPr>
        <p:spPr>
          <a:xfrm>
            <a:off x="5260065" y="4135176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4C27B9-BCE7-A12D-BEF3-7F07E39AE960}"/>
              </a:ext>
            </a:extLst>
          </p:cNvPr>
          <p:cNvCxnSpPr>
            <a:cxnSpLocks/>
          </p:cNvCxnSpPr>
          <p:nvPr/>
        </p:nvCxnSpPr>
        <p:spPr>
          <a:xfrm flipH="1">
            <a:off x="6113837" y="3622345"/>
            <a:ext cx="315971" cy="425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945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A540F8-4ACB-4DC8-920F-A3CE5A42B988}">
  <ds:schemaRefs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428</Words>
  <Application>Microsoft Office PowerPoint</Application>
  <PresentationFormat>On-screen Show (16:9)</PresentationFormat>
  <Paragraphs>98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#HUANG XINYA#</cp:lastModifiedBy>
  <cp:revision>2</cp:revision>
  <dcterms:created xsi:type="dcterms:W3CDTF">2017-05-14T01:29:56Z</dcterms:created>
  <dcterms:modified xsi:type="dcterms:W3CDTF">2026-09-09T02:58:56Z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