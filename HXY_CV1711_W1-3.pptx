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9" r:id="rId5"/>
    <p:sldId id="257" r:id="rId6"/>
    <p:sldId id="263" r:id="rId7"/>
    <p:sldId id="264" r:id="rId8"/>
    <p:sldId id="330" r:id="rId9"/>
    <p:sldId id="331" r:id="rId10"/>
    <p:sldId id="332" r:id="rId11"/>
    <p:sldId id="260" r:id="rId12"/>
    <p:sldId id="346" r:id="rId13"/>
    <p:sldId id="261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FFF00"/>
    <a:srgbClr val="DCE6F2"/>
    <a:srgbClr val="AED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85204-A04B-4338-900D-92527097F1DC}" v="6" dt="2026-08-08T06:03:15.953"/>
    <p1510:client id="{D675B71C-9BB4-4E2E-B89A-70B871808510}" v="90" dt="2026-08-08T06:45:05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092" autoAdjust="0"/>
  </p:normalViewPr>
  <p:slideViewPr>
    <p:cSldViewPr snapToGrid="0">
      <p:cViewPr varScale="1">
        <p:scale>
          <a:sx n="85" d="100"/>
          <a:sy n="85" d="100"/>
        </p:scale>
        <p:origin x="174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HUANG XINYA#" userId="0394e048-be67-4ff5-b348-88acdc9df0d1" providerId="ADAL" clId="{02486B59-77C2-44D9-86E4-77A6D6D6742A}"/>
    <pc:docChg chg="undo redo custSel addSld delSld modSld sldOrd">
      <pc:chgData name="#HUANG XINYA#" userId="0394e048-be67-4ff5-b348-88acdc9df0d1" providerId="ADAL" clId="{02486B59-77C2-44D9-86E4-77A6D6D6742A}" dt="2026-08-08T06:50:41.673" v="16231" actId="47"/>
      <pc:docMkLst>
        <pc:docMk/>
      </pc:docMkLst>
      <pc:sldChg chg="modSp mod modNotesTx">
        <pc:chgData name="#HUANG XINYA#" userId="0394e048-be67-4ff5-b348-88acdc9df0d1" providerId="ADAL" clId="{02486B59-77C2-44D9-86E4-77A6D6D6742A}" dt="2026-08-08T05:43:39.329" v="15919" actId="20577"/>
        <pc:sldMkLst>
          <pc:docMk/>
          <pc:sldMk cId="3080595037" sldId="257"/>
        </pc:sldMkLst>
        <pc:spChg chg="mod">
          <ac:chgData name="#HUANG XINYA#" userId="0394e048-be67-4ff5-b348-88acdc9df0d1" providerId="ADAL" clId="{02486B59-77C2-44D9-86E4-77A6D6D6742A}" dt="2026-07-21T08:36:35.710" v="26" actId="20577"/>
          <ac:spMkLst>
            <pc:docMk/>
            <pc:sldMk cId="3080595037" sldId="257"/>
            <ac:spMk id="5" creationId="{19E1E834-D94B-B7B3-3639-55CD79214D40}"/>
          </ac:spMkLst>
        </pc:spChg>
      </pc:sldChg>
      <pc:sldChg chg="modNotesTx">
        <pc:chgData name="#HUANG XINYA#" userId="0394e048-be67-4ff5-b348-88acdc9df0d1" providerId="ADAL" clId="{02486B59-77C2-44D9-86E4-77A6D6D6742A}" dt="2026-08-08T05:42:39.171" v="15890" actId="20577"/>
        <pc:sldMkLst>
          <pc:docMk/>
          <pc:sldMk cId="1897986182" sldId="259"/>
        </pc:sldMkLst>
      </pc:sldChg>
      <pc:sldChg chg="delSp modSp mod modNotesTx">
        <pc:chgData name="#HUANG XINYA#" userId="0394e048-be67-4ff5-b348-88acdc9df0d1" providerId="ADAL" clId="{02486B59-77C2-44D9-86E4-77A6D6D6742A}" dt="2026-08-08T06:38:02.501" v="16225" actId="207"/>
        <pc:sldMkLst>
          <pc:docMk/>
          <pc:sldMk cId="4292458085" sldId="260"/>
        </pc:sldMkLst>
        <pc:spChg chg="del mod">
          <ac:chgData name="#HUANG XINYA#" userId="0394e048-be67-4ff5-b348-88acdc9df0d1" providerId="ADAL" clId="{02486B59-77C2-44D9-86E4-77A6D6D6742A}" dt="2026-08-08T06:00:11.552" v="16072"/>
          <ac:spMkLst>
            <pc:docMk/>
            <pc:sldMk cId="4292458085" sldId="260"/>
            <ac:spMk id="3" creationId="{D4CAE0C7-E122-A08C-E429-E2D75BFD63CC}"/>
          </ac:spMkLst>
        </pc:spChg>
        <pc:spChg chg="mod">
          <ac:chgData name="#HUANG XINYA#" userId="0394e048-be67-4ff5-b348-88acdc9df0d1" providerId="ADAL" clId="{02486B59-77C2-44D9-86E4-77A6D6D6742A}" dt="2026-08-08T06:38:02.501" v="16225" actId="207"/>
          <ac:spMkLst>
            <pc:docMk/>
            <pc:sldMk cId="4292458085" sldId="260"/>
            <ac:spMk id="5" creationId="{2DBF9369-C96F-E5D3-A18B-9C5E481A6DB8}"/>
          </ac:spMkLst>
        </pc:spChg>
      </pc:sldChg>
      <pc:sldChg chg="delSp modSp mod modNotesTx">
        <pc:chgData name="#HUANG XINYA#" userId="0394e048-be67-4ff5-b348-88acdc9df0d1" providerId="ADAL" clId="{02486B59-77C2-44D9-86E4-77A6D6D6742A}" dt="2026-07-31T12:29:16.764" v="15685" actId="20577"/>
        <pc:sldMkLst>
          <pc:docMk/>
          <pc:sldMk cId="616729318" sldId="261"/>
        </pc:sldMkLst>
        <pc:spChg chg="mod">
          <ac:chgData name="#HUANG XINYA#" userId="0394e048-be67-4ff5-b348-88acdc9df0d1" providerId="ADAL" clId="{02486B59-77C2-44D9-86E4-77A6D6D6742A}" dt="2026-07-22T14:37:57.107" v="6164" actId="20577"/>
          <ac:spMkLst>
            <pc:docMk/>
            <pc:sldMk cId="616729318" sldId="261"/>
            <ac:spMk id="5" creationId="{3ED1C1A9-2C6C-EC7A-C716-E0300BABE309}"/>
          </ac:spMkLst>
        </pc:spChg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946053145" sldId="262"/>
        </pc:sldMkLst>
      </pc:sldChg>
      <pc:sldChg chg="add modNotesTx">
        <pc:chgData name="#HUANG XINYA#" userId="0394e048-be67-4ff5-b348-88acdc9df0d1" providerId="ADAL" clId="{02486B59-77C2-44D9-86E4-77A6D6D6742A}" dt="2026-08-08T05:43:47.797" v="15920" actId="20577"/>
        <pc:sldMkLst>
          <pc:docMk/>
          <pc:sldMk cId="2216055281" sldId="263"/>
        </pc:sldMkLst>
      </pc:sldChg>
      <pc:sldChg chg="add modNotesTx">
        <pc:chgData name="#HUANG XINYA#" userId="0394e048-be67-4ff5-b348-88acdc9df0d1" providerId="ADAL" clId="{02486B59-77C2-44D9-86E4-77A6D6D6742A}" dt="2026-08-08T05:44:53.608" v="15925" actId="20577"/>
        <pc:sldMkLst>
          <pc:docMk/>
          <pc:sldMk cId="1603133614" sldId="264"/>
        </pc:sldMkLst>
      </pc:sldChg>
      <pc:sldChg chg="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3492187387" sldId="265"/>
        </pc:sldMkLst>
      </pc:sldChg>
      <pc:sldChg chg="modSp del mod or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741047462" sldId="266"/>
        </pc:sldMkLst>
      </pc:sldChg>
      <pc:sldChg chg="del ord">
        <pc:chgData name="#HUANG XINYA#" userId="0394e048-be67-4ff5-b348-88acdc9df0d1" providerId="ADAL" clId="{02486B59-77C2-44D9-86E4-77A6D6D6742A}" dt="2026-08-08T06:17:20.698" v="16142" actId="2696"/>
        <pc:sldMkLst>
          <pc:docMk/>
          <pc:sldMk cId="2663889688" sldId="267"/>
        </pc:sldMkLst>
      </pc:sldChg>
      <pc:sldChg chg="addSp delSp del mod">
        <pc:chgData name="#HUANG XINYA#" userId="0394e048-be67-4ff5-b348-88acdc9df0d1" providerId="ADAL" clId="{02486B59-77C2-44D9-86E4-77A6D6D6742A}" dt="2026-08-08T06:50:41.673" v="16231" actId="47"/>
        <pc:sldMkLst>
          <pc:docMk/>
          <pc:sldMk cId="1444261047" sldId="268"/>
        </pc:sldMkLst>
      </pc:sldChg>
      <pc:sldChg chg="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817903410" sldId="269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307439785" sldId="270"/>
        </pc:sldMkLst>
      </pc:sldChg>
      <pc:sldChg chg="addSp 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4100255535" sldId="271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247883481" sldId="272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856787668" sldId="275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401384901" sldId="276"/>
        </pc:sldMkLst>
      </pc:sldChg>
      <pc:sldChg chg="addSp modSp del mod modAnim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148859768" sldId="277"/>
        </pc:sldMkLst>
        <pc:spChg chg="mod">
          <ac:chgData name="#HUANG XINYA#" userId="0394e048-be67-4ff5-b348-88acdc9df0d1" providerId="ADAL" clId="{02486B59-77C2-44D9-86E4-77A6D6D6742A}" dt="2026-08-08T06:25:27.282" v="16193" actId="20577"/>
          <ac:spMkLst>
            <pc:docMk/>
            <pc:sldMk cId="3148859768" sldId="277"/>
            <ac:spMk id="2" creationId="{E05B3746-0966-360E-0585-DE19F92A353F}"/>
          </ac:spMkLst>
        </pc:spChg>
      </pc:sldChg>
      <pc:sldChg chg="addSp delSp modSp del mod ord modAnim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732387768" sldId="278"/>
        </pc:sldMkLst>
      </pc:sldChg>
      <pc:sldChg chg="addSp modSp del mod modAnim">
        <pc:chgData name="#HUANG XINYA#" userId="0394e048-be67-4ff5-b348-88acdc9df0d1" providerId="ADAL" clId="{02486B59-77C2-44D9-86E4-77A6D6D6742A}" dt="2026-08-08T06:50:41.673" v="16231" actId="47"/>
        <pc:sldMkLst>
          <pc:docMk/>
          <pc:sldMk cId="940724167" sldId="279"/>
        </pc:sldMkLst>
        <pc:spChg chg="mod">
          <ac:chgData name="#HUANG XINYA#" userId="0394e048-be67-4ff5-b348-88acdc9df0d1" providerId="ADAL" clId="{02486B59-77C2-44D9-86E4-77A6D6D6742A}" dt="2026-08-08T06:25:31.503" v="16195" actId="20577"/>
          <ac:spMkLst>
            <pc:docMk/>
            <pc:sldMk cId="940724167" sldId="279"/>
            <ac:spMk id="2" creationId="{B95BBFD2-334B-19FC-AC32-2F758639BF6B}"/>
          </ac:spMkLst>
        </pc:spChg>
      </pc:sldChg>
      <pc:sldChg chg="add del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1638102546" sldId="281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606987900" sldId="282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4266317831" sldId="283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400981342" sldId="284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734273537" sldId="285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693852826" sldId="286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021957308" sldId="287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645861750" sldId="288"/>
        </pc:sldMkLst>
      </pc:sldChg>
      <pc:sldChg chg="del">
        <pc:chgData name="#HUANG XINYA#" userId="0394e048-be67-4ff5-b348-88acdc9df0d1" providerId="ADAL" clId="{02486B59-77C2-44D9-86E4-77A6D6D6742A}" dt="2026-08-08T06:50:41.673" v="16231" actId="47"/>
        <pc:sldMkLst>
          <pc:docMk/>
          <pc:sldMk cId="3635646240" sldId="289"/>
        </pc:sldMkLst>
      </pc:sldChg>
      <pc:sldChg chg="addSp 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679089101" sldId="290"/>
        </pc:sldMkLst>
      </pc:sldChg>
      <pc:sldChg chg="addSp 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576713322" sldId="291"/>
        </pc:sldMkLst>
      </pc:sldChg>
      <pc:sldChg chg="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283426111" sldId="292"/>
        </pc:sldMkLst>
        <pc:spChg chg="mod">
          <ac:chgData name="#HUANG XINYA#" userId="0394e048-be67-4ff5-b348-88acdc9df0d1" providerId="ADAL" clId="{02486B59-77C2-44D9-86E4-77A6D6D6742A}" dt="2026-08-08T06:21:02.788" v="16143" actId="13926"/>
          <ac:spMkLst>
            <pc:docMk/>
            <pc:sldMk cId="2283426111" sldId="292"/>
            <ac:spMk id="4" creationId="{6F78DE08-2BBE-DFCA-6A83-315A69690726}"/>
          </ac:spMkLst>
        </pc:spChg>
      </pc:sldChg>
      <pc:sldChg chg="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43491516" sldId="293"/>
        </pc:sldMkLst>
        <pc:spChg chg="mod">
          <ac:chgData name="#HUANG XINYA#" userId="0394e048-be67-4ff5-b348-88acdc9df0d1" providerId="ADAL" clId="{02486B59-77C2-44D9-86E4-77A6D6D6742A}" dt="2026-08-08T06:21:40.374" v="16145" actId="13926"/>
          <ac:spMkLst>
            <pc:docMk/>
            <pc:sldMk cId="243491516" sldId="293"/>
            <ac:spMk id="8" creationId="{B80F0BCC-8122-C889-B1BD-FC3C11BD66D6}"/>
          </ac:spMkLst>
        </pc:spChg>
      </pc:sldChg>
      <pc:sldChg chg="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980262105" sldId="294"/>
        </pc:sldMkLst>
        <pc:spChg chg="mod">
          <ac:chgData name="#HUANG XINYA#" userId="0394e048-be67-4ff5-b348-88acdc9df0d1" providerId="ADAL" clId="{02486B59-77C2-44D9-86E4-77A6D6D6742A}" dt="2026-08-08T06:21:07.148" v="16144" actId="13926"/>
          <ac:spMkLst>
            <pc:docMk/>
            <pc:sldMk cId="980262105" sldId="294"/>
            <ac:spMk id="6" creationId="{787E2D14-A3B8-8F23-AF48-6A6E49717FA4}"/>
          </ac:spMkLst>
        </pc:spChg>
      </pc:sldChg>
      <pc:sldChg chg="addSp 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582355745" sldId="295"/>
        </pc:sldMkLst>
        <pc:spChg chg="mod">
          <ac:chgData name="#HUANG XINYA#" userId="0394e048-be67-4ff5-b348-88acdc9df0d1" providerId="ADAL" clId="{02486B59-77C2-44D9-86E4-77A6D6D6742A}" dt="2026-08-08T06:21:45.678" v="16146" actId="13926"/>
          <ac:spMkLst>
            <pc:docMk/>
            <pc:sldMk cId="582355745" sldId="295"/>
            <ac:spMk id="5" creationId="{C62D32D7-4A30-6905-1BA7-1A9F57B85BDE}"/>
          </ac:spMkLst>
        </pc:spChg>
      </pc:sldChg>
      <pc:sldChg chg="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602438779" sldId="296"/>
        </pc:sldMkLst>
        <pc:spChg chg="mod">
          <ac:chgData name="#HUANG XINYA#" userId="0394e048-be67-4ff5-b348-88acdc9df0d1" providerId="ADAL" clId="{02486B59-77C2-44D9-86E4-77A6D6D6742A}" dt="2026-08-08T06:25:23.116" v="16191" actId="20577"/>
          <ac:spMkLst>
            <pc:docMk/>
            <pc:sldMk cId="1602438779" sldId="296"/>
            <ac:spMk id="2" creationId="{421768BC-5508-09F6-8DC8-B19B128D95B1}"/>
          </ac:spMkLst>
        </pc:spChg>
      </pc:sldChg>
      <pc:sldChg chg="addSp delSp modSp del mod ord modAnim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73653382" sldId="297"/>
        </pc:sldMkLst>
        <pc:spChg chg="mod">
          <ac:chgData name="#HUANG XINYA#" userId="0394e048-be67-4ff5-b348-88acdc9df0d1" providerId="ADAL" clId="{02486B59-77C2-44D9-86E4-77A6D6D6742A}" dt="2026-08-08T06:22:48.829" v="16148" actId="1076"/>
          <ac:spMkLst>
            <pc:docMk/>
            <pc:sldMk cId="273653382" sldId="297"/>
            <ac:spMk id="19" creationId="{3ECB1EE3-215E-510B-558E-AC1AEBD2430E}"/>
          </ac:spMkLst>
        </pc:spChg>
      </pc:sldChg>
      <pc:sldChg chg="del or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856398079" sldId="298"/>
        </pc:sldMkLst>
      </pc:sldChg>
      <pc:sldChg chg="modSp del mod">
        <pc:chgData name="#HUANG XINYA#" userId="0394e048-be67-4ff5-b348-88acdc9df0d1" providerId="ADAL" clId="{02486B59-77C2-44D9-86E4-77A6D6D6742A}" dt="2026-08-08T06:50:41.673" v="16231" actId="47"/>
        <pc:sldMkLst>
          <pc:docMk/>
          <pc:sldMk cId="3704679447" sldId="299"/>
        </pc:sldMkLst>
        <pc:spChg chg="mod">
          <ac:chgData name="#HUANG XINYA#" userId="0394e048-be67-4ff5-b348-88acdc9df0d1" providerId="ADAL" clId="{02486B59-77C2-44D9-86E4-77A6D6D6742A}" dt="2026-08-08T06:25:43.339" v="16215" actId="14100"/>
          <ac:spMkLst>
            <pc:docMk/>
            <pc:sldMk cId="3704679447" sldId="299"/>
            <ac:spMk id="2" creationId="{78DCE792-C51A-86D0-7879-39CD55877E6E}"/>
          </ac:spMkLst>
        </pc:spChg>
      </pc:sldChg>
      <pc:sldChg chg="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779232994" sldId="300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06254916" sldId="301"/>
        </pc:sldMkLst>
      </pc:sldChg>
      <pc:sldChg chg="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977683853" sldId="302"/>
        </pc:sldMkLst>
      </pc:sldChg>
      <pc:sldChg chg="addSp modSp del mod modAnim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525409591" sldId="303"/>
        </pc:sldMkLst>
      </pc:sldChg>
      <pc:sldChg chg="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224933946" sldId="304"/>
        </pc:sldMkLst>
      </pc:sldChg>
      <pc:sldChg chg="addSp 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2695943759" sldId="305"/>
        </pc:sldMkLst>
      </pc:sldChg>
      <pc:sldChg chg="addSp modSp del mod modAnim">
        <pc:chgData name="#HUANG XINYA#" userId="0394e048-be67-4ff5-b348-88acdc9df0d1" providerId="ADAL" clId="{02486B59-77C2-44D9-86E4-77A6D6D6742A}" dt="2026-08-08T06:50:41.673" v="16231" actId="47"/>
        <pc:sldMkLst>
          <pc:docMk/>
          <pc:sldMk cId="2102464296" sldId="306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443795205" sldId="307"/>
        </pc:sldMkLst>
      </pc:sldChg>
      <pc:sldChg chg="addSp delSp 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08953199" sldId="308"/>
        </pc:sldMkLst>
      </pc:sldChg>
      <pc:sldChg chg="addSp delSp 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823350634" sldId="309"/>
        </pc:sldMkLst>
      </pc:sldChg>
      <pc:sldChg chg="addSp delSp modSp del mod delAnim modAnim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422115227" sldId="310"/>
        </pc:sldMkLst>
      </pc:sldChg>
      <pc:sldChg chg="addSp modSp del mod modAnim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696387493" sldId="311"/>
        </pc:sldMkLst>
      </pc:sldChg>
      <pc:sldChg chg="del">
        <pc:chgData name="#HUANG XINYA#" userId="0394e048-be67-4ff5-b348-88acdc9df0d1" providerId="ADAL" clId="{02486B59-77C2-44D9-86E4-77A6D6D6742A}" dt="2026-08-08T06:50:41.673" v="16231" actId="47"/>
        <pc:sldMkLst>
          <pc:docMk/>
          <pc:sldMk cId="1959596423" sldId="312"/>
        </pc:sldMkLst>
      </pc:sldChg>
      <pc:sldChg chg="modSp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309710374" sldId="313"/>
        </pc:sldMkLst>
      </pc:sldChg>
      <pc:sldChg chg="modSp add del mod">
        <pc:chgData name="#HUANG XINYA#" userId="0394e048-be67-4ff5-b348-88acdc9df0d1" providerId="ADAL" clId="{02486B59-77C2-44D9-86E4-77A6D6D6742A}" dt="2026-08-08T06:49:19.785" v="16230" actId="47"/>
        <pc:sldMkLst>
          <pc:docMk/>
          <pc:sldMk cId="1599020557" sldId="314"/>
        </pc:sldMkLst>
        <pc:spChg chg="mod">
          <ac:chgData name="#HUANG XINYA#" userId="0394e048-be67-4ff5-b348-88acdc9df0d1" providerId="ADAL" clId="{02486B59-77C2-44D9-86E4-77A6D6D6742A}" dt="2026-08-08T06:39:20.571" v="16226" actId="123"/>
          <ac:spMkLst>
            <pc:docMk/>
            <pc:sldMk cId="1599020557" sldId="314"/>
            <ac:spMk id="7" creationId="{926CE499-DA34-EB47-C8BB-8D87D204EAF0}"/>
          </ac:spMkLst>
        </pc:spChg>
      </pc:sldChg>
      <pc:sldChg chg="add del">
        <pc:chgData name="#HUANG XINYA#" userId="0394e048-be67-4ff5-b348-88acdc9df0d1" providerId="ADAL" clId="{02486B59-77C2-44D9-86E4-77A6D6D6742A}" dt="2026-08-08T06:49:19.785" v="16230" actId="47"/>
        <pc:sldMkLst>
          <pc:docMk/>
          <pc:sldMk cId="3998120187" sldId="315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3004921698" sldId="316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684862405" sldId="317"/>
        </pc:sldMkLst>
      </pc:sldChg>
      <pc:sldChg chg="modSp add del mod or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1252025687" sldId="318"/>
        </pc:sldMkLst>
      </pc:sldChg>
      <pc:sldChg chg="addSp delSp modSp add del mod modAnim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2401157614" sldId="319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2737140562" sldId="320"/>
        </pc:sldMkLst>
      </pc:sldChg>
      <pc:sldChg chg="add del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1199951631" sldId="322"/>
        </pc:sldMkLst>
      </pc:sldChg>
      <pc:sldChg chg="add del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4183573685" sldId="323"/>
        </pc:sldMkLst>
      </pc:sldChg>
      <pc:sldChg chg="add del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3709926978" sldId="324"/>
        </pc:sldMkLst>
      </pc:sldChg>
      <pc:sldChg chg="add del or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3088910532" sldId="325"/>
        </pc:sldMkLst>
      </pc:sldChg>
      <pc:sldChg chg="add del or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2308674396" sldId="326"/>
        </pc:sldMkLst>
      </pc:sldChg>
      <pc:sldChg chg="add del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3053737023" sldId="327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756178142" sldId="328"/>
        </pc:sldMkLst>
      </pc:sldChg>
      <pc:sldChg chg="add del">
        <pc:chgData name="#HUANG XINYA#" userId="0394e048-be67-4ff5-b348-88acdc9df0d1" providerId="ADAL" clId="{02486B59-77C2-44D9-86E4-77A6D6D6742A}" dt="2026-08-08T06:49:19.785" v="16230" actId="47"/>
        <pc:sldMkLst>
          <pc:docMk/>
          <pc:sldMk cId="1700336009" sldId="329"/>
        </pc:sldMkLst>
      </pc:sldChg>
      <pc:sldChg chg="modSp add mod modNotesTx">
        <pc:chgData name="#HUANG XINYA#" userId="0394e048-be67-4ff5-b348-88acdc9df0d1" providerId="ADAL" clId="{02486B59-77C2-44D9-86E4-77A6D6D6742A}" dt="2026-08-08T05:57:23.103" v="16001" actId="20577"/>
        <pc:sldMkLst>
          <pc:docMk/>
          <pc:sldMk cId="804498606" sldId="330"/>
        </pc:sldMkLst>
        <pc:spChg chg="mod">
          <ac:chgData name="#HUANG XINYA#" userId="0394e048-be67-4ff5-b348-88acdc9df0d1" providerId="ADAL" clId="{02486B59-77C2-44D9-86E4-77A6D6D6742A}" dt="2026-08-08T05:54:56.236" v="15989"/>
          <ac:spMkLst>
            <pc:docMk/>
            <pc:sldMk cId="804498606" sldId="330"/>
            <ac:spMk id="9" creationId="{54C6DE7A-95ED-90BD-BF68-BB1D14C33089}"/>
          </ac:spMkLst>
        </pc:spChg>
        <pc:spChg chg="mod">
          <ac:chgData name="#HUANG XINYA#" userId="0394e048-be67-4ff5-b348-88acdc9df0d1" providerId="ADAL" clId="{02486B59-77C2-44D9-86E4-77A6D6D6742A}" dt="2026-07-21T10:08:16.938" v="148" actId="20577"/>
          <ac:spMkLst>
            <pc:docMk/>
            <pc:sldMk cId="804498606" sldId="330"/>
            <ac:spMk id="10" creationId="{775954C7-6766-0D72-F413-5FE5E1BB8212}"/>
          </ac:spMkLst>
        </pc:spChg>
      </pc:sldChg>
      <pc:sldChg chg="add modNotesTx">
        <pc:chgData name="#HUANG XINYA#" userId="0394e048-be67-4ff5-b348-88acdc9df0d1" providerId="ADAL" clId="{02486B59-77C2-44D9-86E4-77A6D6D6742A}" dt="2026-08-08T05:56:49.171" v="15999" actId="20577"/>
        <pc:sldMkLst>
          <pc:docMk/>
          <pc:sldMk cId="3680816183" sldId="331"/>
        </pc:sldMkLst>
      </pc:sldChg>
      <pc:sldChg chg="add modNotesTx">
        <pc:chgData name="#HUANG XINYA#" userId="0394e048-be67-4ff5-b348-88acdc9df0d1" providerId="ADAL" clId="{02486B59-77C2-44D9-86E4-77A6D6D6742A}" dt="2026-08-08T05:57:56.529" v="16014" actId="20577"/>
        <pc:sldMkLst>
          <pc:docMk/>
          <pc:sldMk cId="987049720" sldId="332"/>
        </pc:sldMkLst>
      </pc:sldChg>
      <pc:sldChg chg="modSp add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843396615" sldId="333"/>
        </pc:sldMkLst>
      </pc:sldChg>
      <pc:sldChg chg="modSp add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962184743" sldId="334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517604735" sldId="335"/>
        </pc:sldMkLst>
      </pc:sldChg>
      <pc:sldChg chg="addSp delSp modSp add del mod or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890169643" sldId="336"/>
        </pc:sldMkLst>
      </pc:sldChg>
      <pc:sldChg chg="delSp modSp add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712540678" sldId="337"/>
        </pc:sldMkLst>
      </pc:sldChg>
      <pc:sldChg chg="addSp delSp modSp add del mod or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200698007" sldId="338"/>
        </pc:sldMkLst>
      </pc:sldChg>
      <pc:sldChg chg="add 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732373274" sldId="339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604412723" sldId="340"/>
        </pc:sldMkLst>
      </pc:sldChg>
      <pc:sldChg chg="add 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3129707496" sldId="341"/>
        </pc:sldMkLst>
      </pc:sldChg>
      <pc:sldChg chg="add del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106879602" sldId="342"/>
        </pc:sldMkLst>
      </pc:sldChg>
      <pc:sldChg chg="addSp delSp modSp add del mod delAnim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2838242825" sldId="343"/>
        </pc:sldMkLst>
      </pc:sldChg>
      <pc:sldChg chg="addSp delSp modSp add del mod modAnim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088682129" sldId="344"/>
        </pc:sldMkLst>
      </pc:sldChg>
      <pc:sldChg chg="addSp delSp modSp add del mod delAnim modAnim modNotesTx">
        <pc:chgData name="#HUANG XINYA#" userId="0394e048-be67-4ff5-b348-88acdc9df0d1" providerId="ADAL" clId="{02486B59-77C2-44D9-86E4-77A6D6D6742A}" dt="2026-08-08T06:50:41.673" v="16231" actId="47"/>
        <pc:sldMkLst>
          <pc:docMk/>
          <pc:sldMk cId="1279301954" sldId="345"/>
        </pc:sldMkLst>
      </pc:sldChg>
      <pc:sldChg chg="add modNotesTx">
        <pc:chgData name="#HUANG XINYA#" userId="0394e048-be67-4ff5-b348-88acdc9df0d1" providerId="ADAL" clId="{02486B59-77C2-44D9-86E4-77A6D6D6742A}" dt="2026-08-08T06:37:54.323" v="16224" actId="20577"/>
        <pc:sldMkLst>
          <pc:docMk/>
          <pc:sldMk cId="2135618763" sldId="346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37:15.136" v="16221" actId="2696"/>
        <pc:sldMkLst>
          <pc:docMk/>
          <pc:sldMk cId="2335190607" sldId="346"/>
        </pc:sldMkLst>
      </pc:sldChg>
      <pc:sldChg chg="modSp add del mod">
        <pc:chgData name="#HUANG XINYA#" userId="0394e048-be67-4ff5-b348-88acdc9df0d1" providerId="ADAL" clId="{02486B59-77C2-44D9-86E4-77A6D6D6742A}" dt="2026-08-08T06:49:19.785" v="16230" actId="47"/>
        <pc:sldMkLst>
          <pc:docMk/>
          <pc:sldMk cId="532143911" sldId="348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633790840" sldId="350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218454548" sldId="352"/>
        </pc:sldMkLst>
      </pc:sldChg>
      <pc:sldChg chg="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2511984919" sldId="353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3271707952" sldId="354"/>
        </pc:sldMkLst>
      </pc:sldChg>
      <pc:sldChg chg="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628454160" sldId="355"/>
        </pc:sldMkLst>
      </pc:sldChg>
      <pc:sldChg chg="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982851366" sldId="356"/>
        </pc:sldMkLst>
      </pc:sldChg>
      <pc:sldChg chg="addSp delSp modSp add del mod modAnim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86391427" sldId="358"/>
        </pc:sldMkLst>
      </pc:sldChg>
      <pc:sldChg chg="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608800014" sldId="359"/>
        </pc:sldMkLst>
      </pc:sldChg>
      <pc:sldChg chg="addSp 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2341621300" sldId="360"/>
        </pc:sldMkLst>
      </pc:sldChg>
      <pc:sldChg chg="addSp delSp modSp add del mo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783631797" sldId="361"/>
        </pc:sldMkLst>
      </pc:sldChg>
      <pc:sldChg chg="modSp add del mod ord modNotesTx">
        <pc:chgData name="#HUANG XINYA#" userId="0394e048-be67-4ff5-b348-88acdc9df0d1" providerId="ADAL" clId="{02486B59-77C2-44D9-86E4-77A6D6D6742A}" dt="2026-08-08T06:49:19.785" v="16230" actId="47"/>
        <pc:sldMkLst>
          <pc:docMk/>
          <pc:sldMk cId="2628680654" sldId="3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8/8/2026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D6C49-6F48-4F46-A0C4-F823054334BD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B86D8-D67E-429E-B575-006BC027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2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774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590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642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720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13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863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356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934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7354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524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XINYA002@e.ntu.edu.s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>
                <a:solidFill>
                  <a:schemeClr val="bg1"/>
                </a:solidFill>
                <a:cs typeface="Arial"/>
              </a:rPr>
            </a:br>
            <a:r>
              <a:rPr lang="en-US" sz="3000" b="1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0E8BCB-BE71-5DA3-9DD8-84BF1C745E37}"/>
              </a:ext>
            </a:extLst>
          </p:cNvPr>
          <p:cNvSpPr txBox="1"/>
          <p:nvPr/>
        </p:nvSpPr>
        <p:spPr>
          <a:xfrm>
            <a:off x="317634" y="168441"/>
            <a:ext cx="444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Instructor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1E834-D94B-B7B3-3639-55CD79214D40}"/>
              </a:ext>
            </a:extLst>
          </p:cNvPr>
          <p:cNvSpPr txBox="1"/>
          <p:nvPr/>
        </p:nvSpPr>
        <p:spPr>
          <a:xfrm>
            <a:off x="582329" y="839251"/>
            <a:ext cx="6626993" cy="255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/>
              <a:t>NAME: HUANG XINYA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/>
              <a:t>EMAIL: </a:t>
            </a:r>
            <a:r>
              <a:rPr lang="en-US" sz="2800">
                <a:hlinkClick r:id="rId3"/>
              </a:rPr>
              <a:t>XINYA002@e.ntu.edu.sg</a:t>
            </a:r>
            <a:endParaRPr lang="en-US" sz="280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/>
              <a:t>TEL: 81903868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A18EB4-2191-FB49-EE5D-76A759BD3C22}"/>
              </a:ext>
            </a:extLst>
          </p:cNvPr>
          <p:cNvSpPr txBox="1"/>
          <p:nvPr/>
        </p:nvSpPr>
        <p:spPr>
          <a:xfrm>
            <a:off x="620829" y="3821230"/>
            <a:ext cx="6352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Any questions? Feel free to reach out!</a:t>
            </a:r>
          </a:p>
        </p:txBody>
      </p:sp>
    </p:spTree>
    <p:extLst>
      <p:ext uri="{BB962C8B-B14F-4D97-AF65-F5344CB8AC3E}">
        <p14:creationId xmlns:p14="http://schemas.microsoft.com/office/powerpoint/2010/main" val="308059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8D589-A5A5-B19C-4C4B-A5A5B39F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98C58D-D52D-FCA7-1B51-1A2CEE03050E}"/>
              </a:ext>
            </a:extLst>
          </p:cNvPr>
          <p:cNvSpPr txBox="1"/>
          <p:nvPr/>
        </p:nvSpPr>
        <p:spPr>
          <a:xfrm>
            <a:off x="317635" y="168441"/>
            <a:ext cx="3024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Course S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tructure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682912-1266-CB3D-D1C5-7CFC0365F6D0}"/>
              </a:ext>
            </a:extLst>
          </p:cNvPr>
          <p:cNvSpPr/>
          <p:nvPr/>
        </p:nvSpPr>
        <p:spPr>
          <a:xfrm>
            <a:off x="407786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129698-AFF7-6063-0385-5F08F3278986}"/>
              </a:ext>
            </a:extLst>
          </p:cNvPr>
          <p:cNvSpPr txBox="1"/>
          <p:nvPr/>
        </p:nvSpPr>
        <p:spPr>
          <a:xfrm>
            <a:off x="317633" y="691661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PART I - Engineering Drawing – 2D – Autodesk CAD 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9A6BB-15C7-2711-8EA3-C732A7B86497}"/>
              </a:ext>
            </a:extLst>
          </p:cNvPr>
          <p:cNvSpPr txBox="1"/>
          <p:nvPr/>
        </p:nvSpPr>
        <p:spPr>
          <a:xfrm>
            <a:off x="317632" y="2741726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PART II – Building Information Model – 3D – Autodesk Revit 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DA77AA-1E84-FDDC-A227-F13D073059D8}"/>
              </a:ext>
            </a:extLst>
          </p:cNvPr>
          <p:cNvSpPr/>
          <p:nvPr/>
        </p:nvSpPr>
        <p:spPr>
          <a:xfrm>
            <a:off x="1517214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5AB8B3-7F27-1917-4748-CFA43063AC92}"/>
              </a:ext>
            </a:extLst>
          </p:cNvPr>
          <p:cNvSpPr/>
          <p:nvPr/>
        </p:nvSpPr>
        <p:spPr>
          <a:xfrm>
            <a:off x="2626642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7CDA02-88BE-C270-BAB6-8F0F2511D101}"/>
              </a:ext>
            </a:extLst>
          </p:cNvPr>
          <p:cNvSpPr/>
          <p:nvPr/>
        </p:nvSpPr>
        <p:spPr>
          <a:xfrm>
            <a:off x="3736070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A0519F-9324-51C3-AC25-E942B388B242}"/>
              </a:ext>
            </a:extLst>
          </p:cNvPr>
          <p:cNvSpPr/>
          <p:nvPr/>
        </p:nvSpPr>
        <p:spPr>
          <a:xfrm>
            <a:off x="4845498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51361F-3EB6-2FF4-5AAA-207E2CD9E518}"/>
              </a:ext>
            </a:extLst>
          </p:cNvPr>
          <p:cNvSpPr/>
          <p:nvPr/>
        </p:nvSpPr>
        <p:spPr>
          <a:xfrm>
            <a:off x="5954926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W6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89C4A4-31BD-03EA-DA9D-B4906EC734C3}"/>
              </a:ext>
            </a:extLst>
          </p:cNvPr>
          <p:cNvSpPr/>
          <p:nvPr/>
        </p:nvSpPr>
        <p:spPr>
          <a:xfrm>
            <a:off x="7064354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W7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2CE772-17BC-417B-FC8A-A3DFFA01E1E1}"/>
              </a:ext>
            </a:extLst>
          </p:cNvPr>
          <p:cNvSpPr/>
          <p:nvPr/>
        </p:nvSpPr>
        <p:spPr>
          <a:xfrm>
            <a:off x="8173783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ecess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eek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F2C95A-CFDA-F646-9692-26EF98B7102B}"/>
              </a:ext>
            </a:extLst>
          </p:cNvPr>
          <p:cNvCxnSpPr/>
          <p:nvPr/>
        </p:nvCxnSpPr>
        <p:spPr>
          <a:xfrm>
            <a:off x="407786" y="1961855"/>
            <a:ext cx="30603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4D7280B-EEDA-FBE6-8589-FE47B2373133}"/>
              </a:ext>
            </a:extLst>
          </p:cNvPr>
          <p:cNvSpPr txBox="1"/>
          <p:nvPr/>
        </p:nvSpPr>
        <p:spPr>
          <a:xfrm>
            <a:off x="828518" y="2062922"/>
            <a:ext cx="214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AutoCAD Basics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CC910F-91B5-EE3F-F997-C76B009C3C2C}"/>
              </a:ext>
            </a:extLst>
          </p:cNvPr>
          <p:cNvCxnSpPr>
            <a:cxnSpLocks/>
          </p:cNvCxnSpPr>
          <p:nvPr/>
        </p:nvCxnSpPr>
        <p:spPr>
          <a:xfrm>
            <a:off x="3721949" y="1957745"/>
            <a:ext cx="8723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E0E678-4EA1-1957-2B06-EF0421ECB4AB}"/>
              </a:ext>
            </a:extLst>
          </p:cNvPr>
          <p:cNvSpPr txBox="1"/>
          <p:nvPr/>
        </p:nvSpPr>
        <p:spPr>
          <a:xfrm>
            <a:off x="3430501" y="2058812"/>
            <a:ext cx="145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Orthographic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Projection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4FC3AF-828C-1B4E-23BA-BDF2A4D32696}"/>
              </a:ext>
            </a:extLst>
          </p:cNvPr>
          <p:cNvCxnSpPr>
            <a:cxnSpLocks/>
          </p:cNvCxnSpPr>
          <p:nvPr/>
        </p:nvCxnSpPr>
        <p:spPr>
          <a:xfrm>
            <a:off x="4845498" y="1961855"/>
            <a:ext cx="19996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E6E0194-1261-8F79-C6DC-7ACE2C946E38}"/>
              </a:ext>
            </a:extLst>
          </p:cNvPr>
          <p:cNvSpPr txBox="1"/>
          <p:nvPr/>
        </p:nvSpPr>
        <p:spPr>
          <a:xfrm>
            <a:off x="4684629" y="2301389"/>
            <a:ext cx="2435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9A5566-0976-43A7-CFC0-E80DAF695FA2}"/>
              </a:ext>
            </a:extLst>
          </p:cNvPr>
          <p:cNvCxnSpPr>
            <a:cxnSpLocks/>
          </p:cNvCxnSpPr>
          <p:nvPr/>
        </p:nvCxnSpPr>
        <p:spPr>
          <a:xfrm>
            <a:off x="7064354" y="1957745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0E64723-82EB-FC92-F2D9-C4CCA51F16DE}"/>
              </a:ext>
            </a:extLst>
          </p:cNvPr>
          <p:cNvSpPr txBox="1"/>
          <p:nvPr/>
        </p:nvSpPr>
        <p:spPr>
          <a:xfrm>
            <a:off x="6845121" y="2065644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uiz1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4AD7EC5-B3A4-2340-7545-672FCE95D75B}"/>
              </a:ext>
            </a:extLst>
          </p:cNvPr>
          <p:cNvSpPr/>
          <p:nvPr/>
        </p:nvSpPr>
        <p:spPr>
          <a:xfrm>
            <a:off x="407786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W8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42815E1-7A92-4BE8-A76F-E5B6FFD701B4}"/>
              </a:ext>
            </a:extLst>
          </p:cNvPr>
          <p:cNvSpPr/>
          <p:nvPr/>
        </p:nvSpPr>
        <p:spPr>
          <a:xfrm>
            <a:off x="1517214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W9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73DDCA6-2357-8306-C179-227406761CB8}"/>
              </a:ext>
            </a:extLst>
          </p:cNvPr>
          <p:cNvSpPr/>
          <p:nvPr/>
        </p:nvSpPr>
        <p:spPr>
          <a:xfrm>
            <a:off x="2626642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W10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4F24F8C-EDB6-F58A-4218-DEC6F421FF04}"/>
              </a:ext>
            </a:extLst>
          </p:cNvPr>
          <p:cNvSpPr/>
          <p:nvPr/>
        </p:nvSpPr>
        <p:spPr>
          <a:xfrm>
            <a:off x="3736070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W11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C0FABC0-14E8-418A-C146-2D4C2AE8861F}"/>
              </a:ext>
            </a:extLst>
          </p:cNvPr>
          <p:cNvSpPr/>
          <p:nvPr/>
        </p:nvSpPr>
        <p:spPr>
          <a:xfrm>
            <a:off x="4845498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W12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3054CB8-6655-D51D-9EDC-B3D423517AD8}"/>
              </a:ext>
            </a:extLst>
          </p:cNvPr>
          <p:cNvSpPr/>
          <p:nvPr/>
        </p:nvSpPr>
        <p:spPr>
          <a:xfrm>
            <a:off x="5954926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W13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D374075-C58C-0B0B-7307-DE7E14FAA57E}"/>
              </a:ext>
            </a:extLst>
          </p:cNvPr>
          <p:cNvCxnSpPr>
            <a:cxnSpLocks/>
          </p:cNvCxnSpPr>
          <p:nvPr/>
        </p:nvCxnSpPr>
        <p:spPr>
          <a:xfrm>
            <a:off x="5953409" y="4020821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6B7B7D4-4418-4A3F-19CF-BFD5EE9F3405}"/>
              </a:ext>
            </a:extLst>
          </p:cNvPr>
          <p:cNvSpPr txBox="1"/>
          <p:nvPr/>
        </p:nvSpPr>
        <p:spPr>
          <a:xfrm>
            <a:off x="5734176" y="4128720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uiz2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4D0F52-3694-FA34-9A82-8D13D52E9CFD}"/>
              </a:ext>
            </a:extLst>
          </p:cNvPr>
          <p:cNvCxnSpPr>
            <a:cxnSpLocks/>
          </p:cNvCxnSpPr>
          <p:nvPr/>
        </p:nvCxnSpPr>
        <p:spPr>
          <a:xfrm>
            <a:off x="393665" y="4025872"/>
            <a:ext cx="8723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0000D34-31AE-7B4D-CF69-3FD8A2530268}"/>
              </a:ext>
            </a:extLst>
          </p:cNvPr>
          <p:cNvSpPr txBox="1"/>
          <p:nvPr/>
        </p:nvSpPr>
        <p:spPr>
          <a:xfrm>
            <a:off x="317635" y="4111387"/>
            <a:ext cx="100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evit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Basics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63B33-CBC8-4807-26F1-AB92BA700035}"/>
              </a:ext>
            </a:extLst>
          </p:cNvPr>
          <p:cNvCxnSpPr>
            <a:cxnSpLocks/>
          </p:cNvCxnSpPr>
          <p:nvPr/>
        </p:nvCxnSpPr>
        <p:spPr>
          <a:xfrm>
            <a:off x="1494437" y="4025872"/>
            <a:ext cx="30998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F0F14D1-86DB-929B-31AC-EA7F9DA9864F}"/>
              </a:ext>
            </a:extLst>
          </p:cNvPr>
          <p:cNvSpPr txBox="1"/>
          <p:nvPr/>
        </p:nvSpPr>
        <p:spPr>
          <a:xfrm>
            <a:off x="1418407" y="4111387"/>
            <a:ext cx="3153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andson Practice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FE46888-CDA3-E3C8-C436-D8CF763D7B1D}"/>
              </a:ext>
            </a:extLst>
          </p:cNvPr>
          <p:cNvCxnSpPr>
            <a:cxnSpLocks/>
          </p:cNvCxnSpPr>
          <p:nvPr/>
        </p:nvCxnSpPr>
        <p:spPr>
          <a:xfrm>
            <a:off x="4824650" y="4016833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E9F8BD5-F28B-DA75-1198-FF1A72F4F8F5}"/>
              </a:ext>
            </a:extLst>
          </p:cNvPr>
          <p:cNvSpPr txBox="1"/>
          <p:nvPr/>
        </p:nvSpPr>
        <p:spPr>
          <a:xfrm>
            <a:off x="4605417" y="4016833"/>
            <a:ext cx="1330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Self-based Learning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37C717-8C49-1702-CB9F-D64618583452}"/>
              </a:ext>
            </a:extLst>
          </p:cNvPr>
          <p:cNvSpPr txBox="1"/>
          <p:nvPr/>
        </p:nvSpPr>
        <p:spPr>
          <a:xfrm>
            <a:off x="4572000" y="1961154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en-US" altLang="zh-CN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Angle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71B009-65A8-05EE-9FE2-DE1DB5BFEDEC}"/>
              </a:ext>
            </a:extLst>
          </p:cNvPr>
          <p:cNvSpPr txBox="1"/>
          <p:nvPr/>
        </p:nvSpPr>
        <p:spPr>
          <a:xfrm>
            <a:off x="5719476" y="1954807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rd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Angle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6055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2679-2CA1-76CC-3D51-D7E51CA08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17F0A9-7FFF-02E0-7FA6-662870811C6B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Grade &amp; Attendance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2E727-EA92-8FAE-F0DA-0CE4C43F2FCE}"/>
              </a:ext>
            </a:extLst>
          </p:cNvPr>
          <p:cNvSpPr txBox="1"/>
          <p:nvPr/>
        </p:nvSpPr>
        <p:spPr>
          <a:xfrm>
            <a:off x="317633" y="721418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Grade Structure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F15B4-7A6F-CCC8-AFCF-C9A0A5636158}"/>
              </a:ext>
            </a:extLst>
          </p:cNvPr>
          <p:cNvSpPr txBox="1"/>
          <p:nvPr/>
        </p:nvSpPr>
        <p:spPr>
          <a:xfrm>
            <a:off x="317632" y="1848058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Attendance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F0549-D58C-9CF7-60DA-343620C96D5B}"/>
              </a:ext>
            </a:extLst>
          </p:cNvPr>
          <p:cNvSpPr txBox="1"/>
          <p:nvPr/>
        </p:nvSpPr>
        <p:spPr>
          <a:xfrm>
            <a:off x="317634" y="1284738"/>
            <a:ext cx="5840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uiz1 (50%) +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uiz2 (50%) 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5F0B97-1A30-8F97-F2A2-E6C3DA28C834}"/>
              </a:ext>
            </a:extLst>
          </p:cNvPr>
          <p:cNvSpPr txBox="1"/>
          <p:nvPr/>
        </p:nvSpPr>
        <p:spPr>
          <a:xfrm>
            <a:off x="317632" y="2274193"/>
            <a:ext cx="8420681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Attendance will be taken during the last 15 minutes of class.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Attendance does not count toward the final grade; however, students are encouraged to attend in person, as exam-related tips will be shared in class.</a:t>
            </a:r>
          </a:p>
        </p:txBody>
      </p:sp>
    </p:spTree>
    <p:extLst>
      <p:ext uri="{BB962C8B-B14F-4D97-AF65-F5344CB8AC3E}">
        <p14:creationId xmlns:p14="http://schemas.microsoft.com/office/powerpoint/2010/main" val="160313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45CC-2227-BC84-C28B-E3044272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294C3-E8C8-DA1E-7FFB-D31A133B621C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uiz Absence Policy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A032F-9729-9C5C-9664-27AF56C6D6A8}"/>
              </a:ext>
            </a:extLst>
          </p:cNvPr>
          <p:cNvSpPr txBox="1"/>
          <p:nvPr/>
        </p:nvSpPr>
        <p:spPr>
          <a:xfrm>
            <a:off x="317634" y="775141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Request an Absence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DC5F0-6A1F-CB63-CD21-8C09435DDEC7}"/>
              </a:ext>
            </a:extLst>
          </p:cNvPr>
          <p:cNvSpPr txBox="1"/>
          <p:nvPr/>
        </p:nvSpPr>
        <p:spPr>
          <a:xfrm>
            <a:off x="317633" y="2589729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Grade Structure with Absence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6DE7A-95ED-90BD-BF68-BB1D14C33089}"/>
              </a:ext>
            </a:extLst>
          </p:cNvPr>
          <p:cNvSpPr txBox="1"/>
          <p:nvPr/>
        </p:nvSpPr>
        <p:spPr>
          <a:xfrm>
            <a:off x="437815" y="1204707"/>
            <a:ext cx="8551639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(1) Submit your Medical Certificate (MC) to the School administration.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(2) Email the Course Coordinator</a:t>
            </a: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 (gun.kim@ntu.edu.sg)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(3) Email the instructor</a:t>
            </a:r>
            <a:r>
              <a:rPr lang="en-GB" altLang="en-US" dirty="0">
                <a:solidFill>
                  <a:prstClr val="black"/>
                </a:solidFill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954C7-6766-0D72-F413-5FE5E1BB8212}"/>
              </a:ext>
            </a:extLst>
          </p:cNvPr>
          <p:cNvSpPr txBox="1"/>
          <p:nvPr/>
        </p:nvSpPr>
        <p:spPr>
          <a:xfrm>
            <a:off x="317634" y="3072491"/>
            <a:ext cx="8163105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 an approved MC or valid reason, the remaining quiz will count as 100%.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Otherwise, 50% will be deducted for a missed quiz.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Missing both quizzes will result in a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FAIL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4498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B214D-7351-0E78-A529-DBF9BB85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E286F-7C71-F46B-FBF4-BD5EDA611CF8}"/>
              </a:ext>
            </a:extLst>
          </p:cNvPr>
          <p:cNvSpPr txBox="1"/>
          <p:nvPr/>
        </p:nvSpPr>
        <p:spPr>
          <a:xfrm>
            <a:off x="125129" y="73126"/>
            <a:ext cx="444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Linkedin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Video Access Issue?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3D04DD-25EF-CA22-BFA0-FB7F46D18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885" y="625641"/>
            <a:ext cx="4116987" cy="4183123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B91823-4A3C-5F70-5566-AABF409A5E83}"/>
              </a:ext>
            </a:extLst>
          </p:cNvPr>
          <p:cNvCxnSpPr/>
          <p:nvPr/>
        </p:nvCxnSpPr>
        <p:spPr>
          <a:xfrm flipH="1">
            <a:off x="3387944" y="457200"/>
            <a:ext cx="220436" cy="25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832FBD-F61F-6A7C-CDA9-1A698B6AC9DF}"/>
              </a:ext>
            </a:extLst>
          </p:cNvPr>
          <p:cNvCxnSpPr/>
          <p:nvPr/>
        </p:nvCxnSpPr>
        <p:spPr>
          <a:xfrm flipH="1">
            <a:off x="6698815" y="3850821"/>
            <a:ext cx="220436" cy="25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816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download the slides?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D8A208E8-88EE-0401-B957-FAFE51527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81" y="867424"/>
            <a:ext cx="3756490" cy="375649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B10BA0-EBCE-1EED-CBA4-2E5185D4F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895" y="691661"/>
            <a:ext cx="1889099" cy="4107144"/>
          </a:xfrm>
          <a:prstGeom prst="rect">
            <a:avLst/>
          </a:prstGeom>
        </p:spPr>
      </p:pic>
      <p:pic>
        <p:nvPicPr>
          <p:cNvPr id="11" name="Picture 10" descr="A screenshot of a chat&#10;&#10;AI-generated content may be incorrect.">
            <a:extLst>
              <a:ext uri="{FF2B5EF4-FFF2-40B4-BE49-F238E27FC236}">
                <a16:creationId xmlns:a16="http://schemas.microsoft.com/office/drawing/2014/main" id="{95E12AC2-DC1D-74EF-82B9-EB78F1266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121" y="691661"/>
            <a:ext cx="1889099" cy="410714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1266E3-78EA-F711-3D66-742DA96A4E23}"/>
              </a:ext>
            </a:extLst>
          </p:cNvPr>
          <p:cNvCxnSpPr>
            <a:cxnSpLocks/>
          </p:cNvCxnSpPr>
          <p:nvPr/>
        </p:nvCxnSpPr>
        <p:spPr>
          <a:xfrm flipV="1">
            <a:off x="3777286" y="1321332"/>
            <a:ext cx="651091" cy="5505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E0F29FD-C5C8-23F9-EA3F-D17CCFB0B60B}"/>
              </a:ext>
            </a:extLst>
          </p:cNvPr>
          <p:cNvSpPr/>
          <p:nvPr/>
        </p:nvSpPr>
        <p:spPr>
          <a:xfrm>
            <a:off x="4428377" y="3044808"/>
            <a:ext cx="1780926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D26AAB-4A93-9ECB-14BE-61E6F44E5164}"/>
              </a:ext>
            </a:extLst>
          </p:cNvPr>
          <p:cNvCxnSpPr>
            <a:cxnSpLocks/>
          </p:cNvCxnSpPr>
          <p:nvPr/>
        </p:nvCxnSpPr>
        <p:spPr>
          <a:xfrm flipV="1">
            <a:off x="6209303" y="2355418"/>
            <a:ext cx="694178" cy="7030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88EBD-1777-E072-C48A-7B3EB1AD8169}"/>
              </a:ext>
            </a:extLst>
          </p:cNvPr>
          <p:cNvSpPr/>
          <p:nvPr/>
        </p:nvSpPr>
        <p:spPr>
          <a:xfrm>
            <a:off x="7343925" y="3561053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545CA8-659F-6416-28CF-C6D29B01723D}"/>
              </a:ext>
            </a:extLst>
          </p:cNvPr>
          <p:cNvCxnSpPr>
            <a:cxnSpLocks/>
          </p:cNvCxnSpPr>
          <p:nvPr/>
        </p:nvCxnSpPr>
        <p:spPr>
          <a:xfrm flipH="1">
            <a:off x="8557234" y="3138163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04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B214D-7351-0E78-A529-DBF9BB85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E286F-7C71-F46B-FBF4-BD5EDA611CF8}"/>
              </a:ext>
            </a:extLst>
          </p:cNvPr>
          <p:cNvSpPr txBox="1"/>
          <p:nvPr/>
        </p:nvSpPr>
        <p:spPr>
          <a:xfrm>
            <a:off x="317634" y="168441"/>
            <a:ext cx="444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1 &amp; 2 – CAD Basics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F9369-C96F-E5D3-A18B-9C5E481A6DB8}"/>
              </a:ext>
            </a:extLst>
          </p:cNvPr>
          <p:cNvSpPr txBox="1"/>
          <p:nvPr/>
        </p:nvSpPr>
        <p:spPr>
          <a:xfrm>
            <a:off x="312820" y="561838"/>
            <a:ext cx="8221580" cy="493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Learn AutoCAD basics on </a:t>
            </a:r>
            <a:r>
              <a:rPr lang="en-US" sz="2000" dirty="0" err="1"/>
              <a:t>NTULearn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Follow the notes (Course Content &gt; Content &gt; </a:t>
            </a:r>
            <a:r>
              <a:rPr lang="en-GB" sz="2000" dirty="0">
                <a:solidFill>
                  <a:srgbClr val="FF0000"/>
                </a:solidFill>
              </a:rPr>
              <a:t>Note-Part 1</a:t>
            </a:r>
            <a:r>
              <a:rPr lang="en-GB" sz="2000" dirty="0"/>
              <a:t>) on </a:t>
            </a:r>
            <a:r>
              <a:rPr lang="en-GB" sz="2000" dirty="0" err="1"/>
              <a:t>NTULearn</a:t>
            </a:r>
            <a:r>
              <a:rPr lang="en-GB" sz="2000" dirty="0"/>
              <a:t>, you do NOT need to watch all the videos.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Complete E1&amp;E2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Submit E2 by the end of week 2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</a:t>
            </a:r>
            <a:r>
              <a:rPr lang="en-US" altLang="zh-CN" sz="2000" dirty="0"/>
              <a:t>ark your attendance before leaving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Save files &amp; sign out before leaving</a:t>
            </a: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45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A642-36BC-F5D4-6EA9-9EF89A3F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677CD-8FFF-6197-473E-E79555D5B98B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1 &amp; 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Learning material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43F2C-3331-545C-B248-2AA7E32FF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34" y="778327"/>
            <a:ext cx="8761751" cy="35868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53F6927-E8FC-7951-CC78-84644EC08BAA}"/>
              </a:ext>
            </a:extLst>
          </p:cNvPr>
          <p:cNvSpPr/>
          <p:nvPr/>
        </p:nvSpPr>
        <p:spPr>
          <a:xfrm>
            <a:off x="577121" y="3275351"/>
            <a:ext cx="2495863" cy="816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618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15A48-DEAD-EC51-1E9D-E6B721D2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091529-4301-7B4B-8FE4-0C40CCB34222}"/>
              </a:ext>
            </a:extLst>
          </p:cNvPr>
          <p:cNvSpPr txBox="1"/>
          <p:nvPr/>
        </p:nvSpPr>
        <p:spPr>
          <a:xfrm>
            <a:off x="317634" y="168441"/>
            <a:ext cx="444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3 – CAD Basics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1C1A9-2C6C-EC7A-C716-E0300BABE309}"/>
              </a:ext>
            </a:extLst>
          </p:cNvPr>
          <p:cNvSpPr txBox="1"/>
          <p:nvPr/>
        </p:nvSpPr>
        <p:spPr>
          <a:xfrm>
            <a:off x="312820" y="561838"/>
            <a:ext cx="8609799" cy="369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</a:t>
            </a:r>
            <a:r>
              <a:rPr lang="en-US" altLang="zh-CN" sz="2000" dirty="0"/>
              <a:t>ollow the instructions and videos </a:t>
            </a:r>
            <a:r>
              <a:rPr lang="en-US" sz="2000" dirty="0"/>
              <a:t>on </a:t>
            </a:r>
            <a:r>
              <a:rPr lang="en-US" sz="2000" dirty="0" err="1"/>
              <a:t>NTULearn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Follow the notes (Course Content &gt; Content &gt; Note-Part 1) on </a:t>
            </a:r>
            <a:r>
              <a:rPr lang="en-GB" sz="2000" dirty="0" err="1"/>
              <a:t>NTULearn</a:t>
            </a:r>
            <a:r>
              <a:rPr lang="en-GB" sz="2000" dirty="0"/>
              <a:t>, you do not need to watch all the videos.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Submit E3 &amp; E5 by the end of week 3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</a:t>
            </a:r>
            <a:r>
              <a:rPr lang="en-US" altLang="zh-CN" sz="2000" dirty="0"/>
              <a:t>ark your attendance at</a:t>
            </a:r>
            <a:r>
              <a:rPr lang="zh-CN" altLang="en-US" sz="2000" dirty="0"/>
              <a:t> </a:t>
            </a:r>
            <a:r>
              <a:rPr lang="en-US" altLang="zh-CN" sz="2000" dirty="0"/>
              <a:t>the end of class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Save files &amp; sign out before leaving</a:t>
            </a:r>
          </a:p>
        </p:txBody>
      </p:sp>
    </p:spTree>
    <p:extLst>
      <p:ext uri="{BB962C8B-B14F-4D97-AF65-F5344CB8AC3E}">
        <p14:creationId xmlns:p14="http://schemas.microsoft.com/office/powerpoint/2010/main" val="616729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A540F8-4ACB-4DC8-920F-A3CE5A42B988}">
  <ds:schemaRefs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391</Words>
  <Application>Microsoft Office PowerPoint</Application>
  <PresentationFormat>On-screen Show (16:9)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#HUANG XINYA#</cp:lastModifiedBy>
  <cp:revision>1</cp:revision>
  <dcterms:created xsi:type="dcterms:W3CDTF">2017-05-14T01:29:56Z</dcterms:created>
  <dcterms:modified xsi:type="dcterms:W3CDTF">2026-08-08T06:50:43Z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