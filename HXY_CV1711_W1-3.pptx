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9" r:id="rId5"/>
    <p:sldId id="347" r:id="rId6"/>
    <p:sldId id="263" r:id="rId7"/>
    <p:sldId id="264" r:id="rId8"/>
    <p:sldId id="330" r:id="rId9"/>
    <p:sldId id="331" r:id="rId10"/>
    <p:sldId id="332" r:id="rId11"/>
    <p:sldId id="260" r:id="rId12"/>
    <p:sldId id="346" r:id="rId13"/>
    <p:sldId id="261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88B6E5-C8D4-45C6-93F5-7AFD7CE449A8}" v="1" dt="2026-08-11T05:08:43.5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092" autoAdjust="0"/>
  </p:normalViewPr>
  <p:slideViewPr>
    <p:cSldViewPr snapToGrid="0">
      <p:cViewPr varScale="1">
        <p:scale>
          <a:sx n="108" d="100"/>
          <a:sy n="108" d="100"/>
        </p:scale>
        <p:origin x="170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08T07:16:43.267" v="16294" actId="20577"/>
      <pc:docMkLst>
        <pc:docMk/>
      </pc:docMkLst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delSp modSp mod modNotesTx">
        <pc:chgData name="#HUANG XINYA#" userId="0394e048-be67-4ff5-b348-88acdc9df0d1" providerId="ADAL" clId="{02486B59-77C2-44D9-86E4-77A6D6D6742A}" dt="2026-08-08T07:16:29.864" v="16281" actId="20577"/>
        <pc:sldMkLst>
          <pc:docMk/>
          <pc:sldMk cId="4292458085" sldId="260"/>
        </pc:sldMkLst>
        <pc:spChg chg="mod">
          <ac:chgData name="#HUANG XINYA#" userId="0394e048-be67-4ff5-b348-88acdc9df0d1" providerId="ADAL" clId="{02486B59-77C2-44D9-86E4-77A6D6D6742A}" dt="2026-08-08T07:16:29.864" v="16281" actId="20577"/>
          <ac:spMkLst>
            <pc:docMk/>
            <pc:sldMk cId="4292458085" sldId="260"/>
            <ac:spMk id="5" creationId="{2DBF9369-C96F-E5D3-A18B-9C5E481A6DB8}"/>
          </ac:spMkLst>
        </pc:spChg>
      </pc:sldChg>
      <pc:sldChg chg="delSp modSp mod modNotesTx">
        <pc:chgData name="#HUANG XINYA#" userId="0394e048-be67-4ff5-b348-88acdc9df0d1" providerId="ADAL" clId="{02486B59-77C2-44D9-86E4-77A6D6D6742A}" dt="2026-08-08T07:16:43.267" v="16294" actId="20577"/>
        <pc:sldMkLst>
          <pc:docMk/>
          <pc:sldMk cId="616729318" sldId="261"/>
        </pc:sldMkLst>
        <pc:spChg chg="mod">
          <ac:chgData name="#HUANG XINYA#" userId="0394e048-be67-4ff5-b348-88acdc9df0d1" providerId="ADAL" clId="{02486B59-77C2-44D9-86E4-77A6D6D6742A}" dt="2026-08-08T07:16:43.267" v="16294" actId="20577"/>
          <ac:spMkLst>
            <pc:docMk/>
            <pc:sldMk cId="616729318" sldId="261"/>
            <ac:spMk id="5" creationId="{3ED1C1A9-2C6C-EC7A-C716-E0300BABE309}"/>
          </ac:spMkLst>
        </pc:spChg>
      </pc:sldChg>
      <pc:sldChg chg="add modNotesTx">
        <pc:chgData name="#HUANG XINYA#" userId="0394e048-be67-4ff5-b348-88acdc9df0d1" providerId="ADAL" clId="{02486B59-77C2-44D9-86E4-77A6D6D6742A}" dt="2026-08-08T05:43:47.797" v="15920" actId="20577"/>
        <pc:sldMkLst>
          <pc:docMk/>
          <pc:sldMk cId="2216055281" sldId="263"/>
        </pc:sldMkLst>
      </pc:sldChg>
      <pc:sldChg chg="add modNotesTx">
        <pc:chgData name="#HUANG XINYA#" userId="0394e048-be67-4ff5-b348-88acdc9df0d1" providerId="ADAL" clId="{02486B59-77C2-44D9-86E4-77A6D6D6742A}" dt="2026-08-08T05:44:53.608" v="15925" actId="20577"/>
        <pc:sldMkLst>
          <pc:docMk/>
          <pc:sldMk cId="1603133614" sldId="264"/>
        </pc:sldMkLst>
      </pc:sldChg>
      <pc:sldChg chg="modSp add mod modNotesTx">
        <pc:chgData name="#HUANG XINYA#" userId="0394e048-be67-4ff5-b348-88acdc9df0d1" providerId="ADAL" clId="{02486B59-77C2-44D9-86E4-77A6D6D6742A}" dt="2026-08-08T05:57:23.103" v="16001" actId="20577"/>
        <pc:sldMkLst>
          <pc:docMk/>
          <pc:sldMk cId="804498606" sldId="330"/>
        </pc:sldMkLst>
        <pc:spChg chg="mod">
          <ac:chgData name="#HUANG XINYA#" userId="0394e048-be67-4ff5-b348-88acdc9df0d1" providerId="ADAL" clId="{02486B59-77C2-44D9-86E4-77A6D6D6742A}" dt="2026-08-08T05:54:56.236" v="15989"/>
          <ac:spMkLst>
            <pc:docMk/>
            <pc:sldMk cId="804498606" sldId="330"/>
            <ac:spMk id="9" creationId="{54C6DE7A-95ED-90BD-BF68-BB1D14C33089}"/>
          </ac:spMkLst>
        </pc:spChg>
        <pc:spChg chg="mod">
          <ac:chgData name="#HUANG XINYA#" userId="0394e048-be67-4ff5-b348-88acdc9df0d1" providerId="ADAL" clId="{02486B59-77C2-44D9-86E4-77A6D6D6742A}" dt="2026-07-21T10:08:16.938" v="148" actId="20577"/>
          <ac:spMkLst>
            <pc:docMk/>
            <pc:sldMk cId="804498606" sldId="330"/>
            <ac:spMk id="10" creationId="{775954C7-6766-0D72-F413-5FE5E1BB8212}"/>
          </ac:spMkLst>
        </pc:spChg>
      </pc:sldChg>
      <pc:sldChg chg="add modNotesTx">
        <pc:chgData name="#HUANG XINYA#" userId="0394e048-be67-4ff5-b348-88acdc9df0d1" providerId="ADAL" clId="{02486B59-77C2-44D9-86E4-77A6D6D6742A}" dt="2026-08-08T05:56:49.171" v="15999" actId="20577"/>
        <pc:sldMkLst>
          <pc:docMk/>
          <pc:sldMk cId="3680816183" sldId="331"/>
        </pc:sldMkLst>
      </pc:sldChg>
      <pc:sldChg chg="addSp delSp modSp add mod modNotesTx">
        <pc:chgData name="#HUANG XINYA#" userId="0394e048-be67-4ff5-b348-88acdc9df0d1" providerId="ADAL" clId="{02486B59-77C2-44D9-86E4-77A6D6D6742A}" dt="2026-08-08T07:02:11.462" v="16279" actId="14100"/>
        <pc:sldMkLst>
          <pc:docMk/>
          <pc:sldMk cId="987049720" sldId="332"/>
        </pc:sldMkLst>
        <pc:spChg chg="mod">
          <ac:chgData name="#HUANG XINYA#" userId="0394e048-be67-4ff5-b348-88acdc9df0d1" providerId="ADAL" clId="{02486B59-77C2-44D9-86E4-77A6D6D6742A}" dt="2026-08-08T07:02:09.818" v="16278" actId="14100"/>
          <ac:spMkLst>
            <pc:docMk/>
            <pc:sldMk cId="987049720" sldId="332"/>
            <ac:spMk id="16" creationId="{7E0F29FD-C5C8-23F9-EA3F-D17CCFB0B60B}"/>
          </ac:spMkLst>
        </pc:spChg>
        <pc:spChg chg="mod">
          <ac:chgData name="#HUANG XINYA#" userId="0394e048-be67-4ff5-b348-88acdc9df0d1" providerId="ADAL" clId="{02486B59-77C2-44D9-86E4-77A6D6D6742A}" dt="2026-08-08T07:01:19.062" v="16270" actId="1076"/>
          <ac:spMkLst>
            <pc:docMk/>
            <pc:sldMk cId="987049720" sldId="332"/>
            <ac:spMk id="19" creationId="{9B088EBD-1777-E072-C48A-7B3EB1AD8169}"/>
          </ac:spMkLst>
        </pc:spChg>
        <pc:picChg chg="add mod ord">
          <ac:chgData name="#HUANG XINYA#" userId="0394e048-be67-4ff5-b348-88acdc9df0d1" providerId="ADAL" clId="{02486B59-77C2-44D9-86E4-77A6D6D6742A}" dt="2026-08-08T07:00:58.800" v="16263" actId="1076"/>
          <ac:picMkLst>
            <pc:docMk/>
            <pc:sldMk cId="987049720" sldId="332"/>
            <ac:picMk id="3" creationId="{2519DC58-D837-9D48-A223-711F461AA8B1}"/>
          </ac:picMkLst>
        </pc:picChg>
        <pc:picChg chg="add mod ord modCrop">
          <ac:chgData name="#HUANG XINYA#" userId="0394e048-be67-4ff5-b348-88acdc9df0d1" providerId="ADAL" clId="{02486B59-77C2-44D9-86E4-77A6D6D6742A}" dt="2026-08-08T07:01:09.013" v="16267" actId="1076"/>
          <ac:picMkLst>
            <pc:docMk/>
            <pc:sldMk cId="987049720" sldId="332"/>
            <ac:picMk id="6" creationId="{E507BD24-5ADA-1150-79D0-B6EDC5FD77EC}"/>
          </ac:picMkLst>
        </pc:picChg>
        <pc:picChg chg="add mod ord modCrop">
          <ac:chgData name="#HUANG XINYA#" userId="0394e048-be67-4ff5-b348-88acdc9df0d1" providerId="ADAL" clId="{02486B59-77C2-44D9-86E4-77A6D6D6742A}" dt="2026-08-08T07:01:15.108" v="16269" actId="167"/>
          <ac:picMkLst>
            <pc:docMk/>
            <pc:sldMk cId="987049720" sldId="332"/>
            <ac:picMk id="10" creationId="{EE9430D9-C363-3DAC-53C7-736738E91F46}"/>
          </ac:picMkLst>
        </pc:picChg>
        <pc:cxnChg chg="mod">
          <ac:chgData name="#HUANG XINYA#" userId="0394e048-be67-4ff5-b348-88acdc9df0d1" providerId="ADAL" clId="{02486B59-77C2-44D9-86E4-77A6D6D6742A}" dt="2026-08-08T07:01:09.013" v="16267" actId="1076"/>
          <ac:cxnSpMkLst>
            <pc:docMk/>
            <pc:sldMk cId="987049720" sldId="332"/>
            <ac:cxnSpMk id="12" creationId="{3A1266E3-78EA-F711-3D66-742DA96A4E23}"/>
          </ac:cxnSpMkLst>
        </pc:cxnChg>
        <pc:cxnChg chg="mod">
          <ac:chgData name="#HUANG XINYA#" userId="0394e048-be67-4ff5-b348-88acdc9df0d1" providerId="ADAL" clId="{02486B59-77C2-44D9-86E4-77A6D6D6742A}" dt="2026-08-08T07:02:11.462" v="16279" actId="14100"/>
          <ac:cxnSpMkLst>
            <pc:docMk/>
            <pc:sldMk cId="987049720" sldId="332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1:21.504" v="16271" actId="1076"/>
          <ac:cxnSpMkLst>
            <pc:docMk/>
            <pc:sldMk cId="987049720" sldId="332"/>
            <ac:cxnSpMk id="21" creationId="{F3545CA8-659F-6416-28CF-C6D29B01723D}"/>
          </ac:cxnSpMkLst>
        </pc:cxnChg>
      </pc:sldChg>
      <pc:sldChg chg="add modNotesTx">
        <pc:chgData name="#HUANG XINYA#" userId="0394e048-be67-4ff5-b348-88acdc9df0d1" providerId="ADAL" clId="{02486B59-77C2-44D9-86E4-77A6D6D6742A}" dt="2026-08-08T06:37:54.323" v="16224" actId="20577"/>
        <pc:sldMkLst>
          <pc:docMk/>
          <pc:sldMk cId="2135618763" sldId="346"/>
        </pc:sldMkLst>
      </pc:sldChg>
    </pc:docChg>
  </pc:docChgLst>
  <pc:docChgLst>
    <pc:chgData name="#HUANG XINYA#" userId="0394e048-be67-4ff5-b348-88acdc9df0d1" providerId="ADAL" clId="{817F73F0-AC24-4E52-87B6-779E04DFBBB7}"/>
    <pc:docChg chg="addSld delSld modSld">
      <pc:chgData name="#HUANG XINYA#" userId="0394e048-be67-4ff5-b348-88acdc9df0d1" providerId="ADAL" clId="{817F73F0-AC24-4E52-87B6-779E04DFBBB7}" dt="2026-08-11T05:08:46.414" v="1" actId="2696"/>
      <pc:docMkLst>
        <pc:docMk/>
      </pc:docMkLst>
      <pc:sldChg chg="del">
        <pc:chgData name="#HUANG XINYA#" userId="0394e048-be67-4ff5-b348-88acdc9df0d1" providerId="ADAL" clId="{817F73F0-AC24-4E52-87B6-779E04DFBBB7}" dt="2026-08-11T05:08:46.414" v="1" actId="2696"/>
        <pc:sldMkLst>
          <pc:docMk/>
          <pc:sldMk cId="3080595037" sldId="257"/>
        </pc:sldMkLst>
      </pc:sldChg>
      <pc:sldChg chg="add">
        <pc:chgData name="#HUANG XINYA#" userId="0394e048-be67-4ff5-b348-88acdc9df0d1" providerId="ADAL" clId="{817F73F0-AC24-4E52-87B6-779E04DFBBB7}" dt="2026-08-11T05:08:43.577" v="0"/>
        <pc:sldMkLst>
          <pc:docMk/>
          <pc:sldMk cId="1278174727" sldId="34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8/11/2026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my contact information.</a:t>
            </a:r>
          </a:p>
          <a:p>
            <a:endParaRPr lang="en-GB" dirty="0"/>
          </a:p>
          <a:p>
            <a:r>
              <a:rPr lang="en-GB" dirty="0"/>
              <a:t>U can take a picture</a:t>
            </a:r>
          </a:p>
          <a:p>
            <a:endParaRPr lang="en-GB" dirty="0"/>
          </a:p>
          <a:p>
            <a:r>
              <a:rPr lang="en-GB" dirty="0"/>
              <a:t>If u have any question, pls feel free to contact me via the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590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642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720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13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863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1934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7354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524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XINYA002@e.ntu.edu.s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XIAO004@e.ntu.edu.sg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30" y="839251"/>
            <a:ext cx="3860362" cy="185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NAME: HUANG XINYA </a:t>
            </a: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EMAIL: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3"/>
              </a:rPr>
              <a:t>XINYA002@e.ntu.edu.sg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TEL: 81903868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Any questions? Feel free to reach out!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345553-3E62-3E2C-46E5-51F5E6560300}"/>
              </a:ext>
            </a:extLst>
          </p:cNvPr>
          <p:cNvSpPr txBox="1"/>
          <p:nvPr/>
        </p:nvSpPr>
        <p:spPr>
          <a:xfrm>
            <a:off x="4442692" y="839251"/>
            <a:ext cx="3860362" cy="185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NAME: 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 XIAO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EMAIL: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XIAO004@e.ntu.edu.sg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TEL: 88635869</a:t>
            </a:r>
          </a:p>
        </p:txBody>
      </p:sp>
    </p:spTree>
    <p:extLst>
      <p:ext uri="{BB962C8B-B14F-4D97-AF65-F5344CB8AC3E}">
        <p14:creationId xmlns:p14="http://schemas.microsoft.com/office/powerpoint/2010/main" val="1278174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8D589-A5A5-B19C-4C4B-A5A5B39F9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8C58D-D52D-FCA7-1B51-1A2CEE03050E}"/>
              </a:ext>
            </a:extLst>
          </p:cNvPr>
          <p:cNvSpPr txBox="1"/>
          <p:nvPr/>
        </p:nvSpPr>
        <p:spPr>
          <a:xfrm>
            <a:off x="317635" y="168441"/>
            <a:ext cx="3024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Course S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tructure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82912-1266-CB3D-D1C5-7CFC0365F6D0}"/>
              </a:ext>
            </a:extLst>
          </p:cNvPr>
          <p:cNvSpPr/>
          <p:nvPr/>
        </p:nvSpPr>
        <p:spPr>
          <a:xfrm>
            <a:off x="40778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29698-AFF7-6063-0385-5F08F3278986}"/>
              </a:ext>
            </a:extLst>
          </p:cNvPr>
          <p:cNvSpPr txBox="1"/>
          <p:nvPr/>
        </p:nvSpPr>
        <p:spPr>
          <a:xfrm>
            <a:off x="317633" y="69166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 - Engineering Drawing – 2D – Autodesk CAD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9A6BB-15C7-2711-8EA3-C732A7B86497}"/>
              </a:ext>
            </a:extLst>
          </p:cNvPr>
          <p:cNvSpPr txBox="1"/>
          <p:nvPr/>
        </p:nvSpPr>
        <p:spPr>
          <a:xfrm>
            <a:off x="317632" y="2741726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II – Building Information Model – 3D – Autodesk Revit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DA77AA-1E84-FDDC-A227-F13D073059D8}"/>
              </a:ext>
            </a:extLst>
          </p:cNvPr>
          <p:cNvSpPr/>
          <p:nvPr/>
        </p:nvSpPr>
        <p:spPr>
          <a:xfrm>
            <a:off x="151721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AB8B3-7F27-1917-4748-CFA43063AC92}"/>
              </a:ext>
            </a:extLst>
          </p:cNvPr>
          <p:cNvSpPr/>
          <p:nvPr/>
        </p:nvSpPr>
        <p:spPr>
          <a:xfrm>
            <a:off x="2626642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7CDA02-88BE-C270-BAB6-8F0F2511D101}"/>
              </a:ext>
            </a:extLst>
          </p:cNvPr>
          <p:cNvSpPr/>
          <p:nvPr/>
        </p:nvSpPr>
        <p:spPr>
          <a:xfrm>
            <a:off x="3736070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A0519F-9324-51C3-AC25-E942B388B242}"/>
              </a:ext>
            </a:extLst>
          </p:cNvPr>
          <p:cNvSpPr/>
          <p:nvPr/>
        </p:nvSpPr>
        <p:spPr>
          <a:xfrm>
            <a:off x="4845498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851361F-3EB6-2FF4-5AAA-207E2CD9E518}"/>
              </a:ext>
            </a:extLst>
          </p:cNvPr>
          <p:cNvSpPr/>
          <p:nvPr/>
        </p:nvSpPr>
        <p:spPr>
          <a:xfrm>
            <a:off x="595492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W6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89C4A4-31BD-03EA-DA9D-B4906EC734C3}"/>
              </a:ext>
            </a:extLst>
          </p:cNvPr>
          <p:cNvSpPr/>
          <p:nvPr/>
        </p:nvSpPr>
        <p:spPr>
          <a:xfrm>
            <a:off x="706435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W7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2CE772-17BC-417B-FC8A-A3DFFA01E1E1}"/>
              </a:ext>
            </a:extLst>
          </p:cNvPr>
          <p:cNvSpPr/>
          <p:nvPr/>
        </p:nvSpPr>
        <p:spPr>
          <a:xfrm>
            <a:off x="8173783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ecess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eek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F2C95A-CFDA-F646-9692-26EF98B7102B}"/>
              </a:ext>
            </a:extLst>
          </p:cNvPr>
          <p:cNvCxnSpPr/>
          <p:nvPr/>
        </p:nvCxnSpPr>
        <p:spPr>
          <a:xfrm>
            <a:off x="407786" y="1961855"/>
            <a:ext cx="30603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4D7280B-EEDA-FBE6-8589-FE47B2373133}"/>
              </a:ext>
            </a:extLst>
          </p:cNvPr>
          <p:cNvSpPr txBox="1"/>
          <p:nvPr/>
        </p:nvSpPr>
        <p:spPr>
          <a:xfrm>
            <a:off x="828518" y="2062922"/>
            <a:ext cx="214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AutoCAD Basics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8CC910F-91B5-EE3F-F997-C76B009C3C2C}"/>
              </a:ext>
            </a:extLst>
          </p:cNvPr>
          <p:cNvCxnSpPr>
            <a:cxnSpLocks/>
          </p:cNvCxnSpPr>
          <p:nvPr/>
        </p:nvCxnSpPr>
        <p:spPr>
          <a:xfrm>
            <a:off x="3721949" y="1957745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E0E678-4EA1-1957-2B06-EF0421ECB4AB}"/>
              </a:ext>
            </a:extLst>
          </p:cNvPr>
          <p:cNvSpPr txBox="1"/>
          <p:nvPr/>
        </p:nvSpPr>
        <p:spPr>
          <a:xfrm>
            <a:off x="3430501" y="2058812"/>
            <a:ext cx="1452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Orthographic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Projection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4FC3AF-828C-1B4E-23BA-BDF2A4D32696}"/>
              </a:ext>
            </a:extLst>
          </p:cNvPr>
          <p:cNvCxnSpPr>
            <a:cxnSpLocks/>
          </p:cNvCxnSpPr>
          <p:nvPr/>
        </p:nvCxnSpPr>
        <p:spPr>
          <a:xfrm>
            <a:off x="4845498" y="1961855"/>
            <a:ext cx="19996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6E0194-1261-8F79-C6DC-7ACE2C946E38}"/>
              </a:ext>
            </a:extLst>
          </p:cNvPr>
          <p:cNvSpPr txBox="1"/>
          <p:nvPr/>
        </p:nvSpPr>
        <p:spPr>
          <a:xfrm>
            <a:off x="4684629" y="2301389"/>
            <a:ext cx="24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9A5566-0976-43A7-CFC0-E80DAF695FA2}"/>
              </a:ext>
            </a:extLst>
          </p:cNvPr>
          <p:cNvCxnSpPr>
            <a:cxnSpLocks/>
          </p:cNvCxnSpPr>
          <p:nvPr/>
        </p:nvCxnSpPr>
        <p:spPr>
          <a:xfrm>
            <a:off x="7064354" y="1957745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0E64723-82EB-FC92-F2D9-C4CCA51F16DE}"/>
              </a:ext>
            </a:extLst>
          </p:cNvPr>
          <p:cNvSpPr txBox="1"/>
          <p:nvPr/>
        </p:nvSpPr>
        <p:spPr>
          <a:xfrm>
            <a:off x="6845121" y="206564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4AD7EC5-B3A4-2340-7545-672FCE95D75B}"/>
              </a:ext>
            </a:extLst>
          </p:cNvPr>
          <p:cNvSpPr/>
          <p:nvPr/>
        </p:nvSpPr>
        <p:spPr>
          <a:xfrm>
            <a:off x="40778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W8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42815E1-7A92-4BE8-A76F-E5B6FFD701B4}"/>
              </a:ext>
            </a:extLst>
          </p:cNvPr>
          <p:cNvSpPr/>
          <p:nvPr/>
        </p:nvSpPr>
        <p:spPr>
          <a:xfrm>
            <a:off x="1517214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73DDCA6-2357-8306-C179-227406761CB8}"/>
              </a:ext>
            </a:extLst>
          </p:cNvPr>
          <p:cNvSpPr/>
          <p:nvPr/>
        </p:nvSpPr>
        <p:spPr>
          <a:xfrm>
            <a:off x="2626642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W10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4F24F8C-EDB6-F58A-4218-DEC6F421FF04}"/>
              </a:ext>
            </a:extLst>
          </p:cNvPr>
          <p:cNvSpPr/>
          <p:nvPr/>
        </p:nvSpPr>
        <p:spPr>
          <a:xfrm>
            <a:off x="3736070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W11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FABC0-14E8-418A-C146-2D4C2AE8861F}"/>
              </a:ext>
            </a:extLst>
          </p:cNvPr>
          <p:cNvSpPr/>
          <p:nvPr/>
        </p:nvSpPr>
        <p:spPr>
          <a:xfrm>
            <a:off x="4845498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054CB8-6655-D51D-9EDC-B3D423517AD8}"/>
              </a:ext>
            </a:extLst>
          </p:cNvPr>
          <p:cNvSpPr/>
          <p:nvPr/>
        </p:nvSpPr>
        <p:spPr>
          <a:xfrm>
            <a:off x="595492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D374075-C58C-0B0B-7307-DE7E14FAA57E}"/>
              </a:ext>
            </a:extLst>
          </p:cNvPr>
          <p:cNvCxnSpPr>
            <a:cxnSpLocks/>
          </p:cNvCxnSpPr>
          <p:nvPr/>
        </p:nvCxnSpPr>
        <p:spPr>
          <a:xfrm>
            <a:off x="5953409" y="4020821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6B7B7D4-4418-4A3F-19CF-BFD5EE9F3405}"/>
              </a:ext>
            </a:extLst>
          </p:cNvPr>
          <p:cNvSpPr txBox="1"/>
          <p:nvPr/>
        </p:nvSpPr>
        <p:spPr>
          <a:xfrm>
            <a:off x="5734176" y="4128720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4D0F52-3694-FA34-9A82-8D13D52E9CFD}"/>
              </a:ext>
            </a:extLst>
          </p:cNvPr>
          <p:cNvCxnSpPr>
            <a:cxnSpLocks/>
          </p:cNvCxnSpPr>
          <p:nvPr/>
        </p:nvCxnSpPr>
        <p:spPr>
          <a:xfrm>
            <a:off x="393665" y="4025872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0000D34-31AE-7B4D-CF69-3FD8A2530268}"/>
              </a:ext>
            </a:extLst>
          </p:cNvPr>
          <p:cNvSpPr txBox="1"/>
          <p:nvPr/>
        </p:nvSpPr>
        <p:spPr>
          <a:xfrm>
            <a:off x="317635" y="4111387"/>
            <a:ext cx="100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evit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Basics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63B33-CBC8-4807-26F1-AB92BA700035}"/>
              </a:ext>
            </a:extLst>
          </p:cNvPr>
          <p:cNvCxnSpPr>
            <a:cxnSpLocks/>
          </p:cNvCxnSpPr>
          <p:nvPr/>
        </p:nvCxnSpPr>
        <p:spPr>
          <a:xfrm>
            <a:off x="1494437" y="4025872"/>
            <a:ext cx="30998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F0F14D1-86DB-929B-31AC-EA7F9DA9864F}"/>
              </a:ext>
            </a:extLst>
          </p:cNvPr>
          <p:cNvSpPr txBox="1"/>
          <p:nvPr/>
        </p:nvSpPr>
        <p:spPr>
          <a:xfrm>
            <a:off x="1418407" y="4111387"/>
            <a:ext cx="31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andson Practice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E46888-CDA3-E3C8-C436-D8CF763D7B1D}"/>
              </a:ext>
            </a:extLst>
          </p:cNvPr>
          <p:cNvCxnSpPr>
            <a:cxnSpLocks/>
          </p:cNvCxnSpPr>
          <p:nvPr/>
        </p:nvCxnSpPr>
        <p:spPr>
          <a:xfrm>
            <a:off x="4824650" y="4016833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E9F8BD5-F28B-DA75-1198-FF1A72F4F8F5}"/>
              </a:ext>
            </a:extLst>
          </p:cNvPr>
          <p:cNvSpPr txBox="1"/>
          <p:nvPr/>
        </p:nvSpPr>
        <p:spPr>
          <a:xfrm>
            <a:off x="4605417" y="4016833"/>
            <a:ext cx="1330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Self-based Learning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37C717-8C49-1702-CB9F-D64618583452}"/>
              </a:ext>
            </a:extLst>
          </p:cNvPr>
          <p:cNvSpPr txBox="1"/>
          <p:nvPr/>
        </p:nvSpPr>
        <p:spPr>
          <a:xfrm>
            <a:off x="4572000" y="196115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  <a:r>
              <a:rPr kumimoji="0" lang="en-US" altLang="zh-CN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st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71B009-65A8-05EE-9FE2-DE1DB5BFEDEC}"/>
              </a:ext>
            </a:extLst>
          </p:cNvPr>
          <p:cNvSpPr txBox="1"/>
          <p:nvPr/>
        </p:nvSpPr>
        <p:spPr>
          <a:xfrm>
            <a:off x="5719476" y="1954807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rd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05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2679-2CA1-76CC-3D51-D7E51CA0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17F0A9-7FFF-02E0-7FA6-662870811C6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Grade &amp; Attendance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2E727-EA92-8FAE-F0DA-0CE4C43F2FCE}"/>
              </a:ext>
            </a:extLst>
          </p:cNvPr>
          <p:cNvSpPr txBox="1"/>
          <p:nvPr/>
        </p:nvSpPr>
        <p:spPr>
          <a:xfrm>
            <a:off x="317633" y="72141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F15B4-7A6F-CCC8-AFCF-C9A0A5636158}"/>
              </a:ext>
            </a:extLst>
          </p:cNvPr>
          <p:cNvSpPr txBox="1"/>
          <p:nvPr/>
        </p:nvSpPr>
        <p:spPr>
          <a:xfrm>
            <a:off x="317632" y="184805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Attendance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549-D58C-9CF7-60DA-343620C96D5B}"/>
              </a:ext>
            </a:extLst>
          </p:cNvPr>
          <p:cNvSpPr txBox="1"/>
          <p:nvPr/>
        </p:nvSpPr>
        <p:spPr>
          <a:xfrm>
            <a:off x="317634" y="1284738"/>
            <a:ext cx="5840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 (50%) +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 (50%)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F0B97-1A30-8F97-F2A2-E6C3DA28C834}"/>
              </a:ext>
            </a:extLst>
          </p:cNvPr>
          <p:cNvSpPr txBox="1"/>
          <p:nvPr/>
        </p:nvSpPr>
        <p:spPr>
          <a:xfrm>
            <a:off x="317632" y="2274193"/>
            <a:ext cx="842068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will be taken during the last 15 minutes of class.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does not count toward the final grade; however, students are encouraged to attend in person, as exam-related tips will be shared in class.</a:t>
            </a:r>
          </a:p>
        </p:txBody>
      </p:sp>
    </p:spTree>
    <p:extLst>
      <p:ext uri="{BB962C8B-B14F-4D97-AF65-F5344CB8AC3E}">
        <p14:creationId xmlns:p14="http://schemas.microsoft.com/office/powerpoint/2010/main" val="160313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45CC-2227-BC84-C28B-E3044272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7294C3-E8C8-DA1E-7FFB-D31A133B621C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 Absence Policy</a:t>
            </a: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A032F-9729-9C5C-9664-27AF56C6D6A8}"/>
              </a:ext>
            </a:extLst>
          </p:cNvPr>
          <p:cNvSpPr txBox="1"/>
          <p:nvPr/>
        </p:nvSpPr>
        <p:spPr>
          <a:xfrm>
            <a:off x="317634" y="77514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Request an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DC5F0-6A1F-CB63-CD21-8C09435DDEC7}"/>
              </a:ext>
            </a:extLst>
          </p:cNvPr>
          <p:cNvSpPr txBox="1"/>
          <p:nvPr/>
        </p:nvSpPr>
        <p:spPr>
          <a:xfrm>
            <a:off x="317633" y="2589729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 with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C6DE7A-95ED-90BD-BF68-BB1D14C33089}"/>
              </a:ext>
            </a:extLst>
          </p:cNvPr>
          <p:cNvSpPr txBox="1"/>
          <p:nvPr/>
        </p:nvSpPr>
        <p:spPr>
          <a:xfrm>
            <a:off x="437815" y="1204707"/>
            <a:ext cx="8551639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(1) Submit your Medical Certificate (MC) to the School administration.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(2) Email the Course Coordinator</a:t>
            </a:r>
            <a:r>
              <a:rPr lang="en-US" altLang="en-US" dirty="0">
                <a:solidFill>
                  <a:prstClr val="black"/>
                </a:solidFill>
                <a:latin typeface="Arial" panose="020B0604020202020204" pitchFamily="34" charset="0"/>
              </a:rPr>
              <a:t> (gun.kim@ntu.edu.sg)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(3) Email the instructor</a:t>
            </a:r>
            <a:r>
              <a:rPr lang="en-GB" altLang="en-US" dirty="0">
                <a:solidFill>
                  <a:prstClr val="black"/>
                </a:solidFill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954C7-6766-0D72-F413-5FE5E1BB8212}"/>
              </a:ext>
            </a:extLst>
          </p:cNvPr>
          <p:cNvSpPr txBox="1"/>
          <p:nvPr/>
        </p:nvSpPr>
        <p:spPr>
          <a:xfrm>
            <a:off x="317634" y="3072491"/>
            <a:ext cx="816310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 an approved MC or valid reason, the remaining quiz will count as 100%.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Otherwise, 50% will be deducted for a missed quiz.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Missing both quizzes will result in a 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49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125129" y="73126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Linkedin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Video Access Issue?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85" y="6256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3387944" y="45720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6698815" y="38508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81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6621718" y="597223"/>
            <a:ext cx="2372530" cy="3834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7BD24-5ADA-1150-79D0-B6EDC5FD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242" b="14171"/>
          <a:stretch>
            <a:fillRect/>
          </a:stretch>
        </p:blipFill>
        <p:spPr>
          <a:xfrm>
            <a:off x="3783841" y="622032"/>
            <a:ext cx="2372530" cy="37849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52" y="938342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74611" y="2137766"/>
            <a:ext cx="309230" cy="376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3938761" y="2514501"/>
            <a:ext cx="2072295" cy="2511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5782614" y="2137766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456124" y="4040738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309896" y="3527907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0" y="561838"/>
            <a:ext cx="8221580" cy="4930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</a:t>
            </a:r>
            <a:r>
              <a:rPr lang="en-GB" sz="2000" dirty="0">
                <a:solidFill>
                  <a:srgbClr val="FF0000"/>
                </a:solidFill>
              </a:rPr>
              <a:t>Note-Part 1</a:t>
            </a:r>
            <a:r>
              <a:rPr lang="en-GB" sz="2000" dirty="0"/>
              <a:t>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E1 &amp; E2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  <a:p>
            <a:pPr>
              <a:lnSpc>
                <a:spcPct val="200000"/>
              </a:lnSpc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0A642-36BC-F5D4-6EA9-9EF89A3F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677CD-8FFF-6197-473E-E79555D5B98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1 &amp; 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Learning material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43F2C-3331-545C-B248-2AA7E32FF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4" y="778327"/>
            <a:ext cx="8761751" cy="35868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3F6927-E8FC-7951-CC78-84644EC08BAA}"/>
              </a:ext>
            </a:extLst>
          </p:cNvPr>
          <p:cNvSpPr/>
          <p:nvPr/>
        </p:nvSpPr>
        <p:spPr>
          <a:xfrm>
            <a:off x="577121" y="3275351"/>
            <a:ext cx="2495863" cy="8169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5618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4315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Note-Part 1)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E3, E4 </a:t>
            </a:r>
            <a:r>
              <a:rPr lang="en-US" sz="2000"/>
              <a:t>&amp; E5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442</Words>
  <Application>Microsoft Office PowerPoint</Application>
  <PresentationFormat>On-screen Show (16:9)</PresentationFormat>
  <Paragraphs>87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2026-08-11T05:08:47Z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